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theme/theme4.xml" ContentType="application/vnd.openxmlformats-officedocument.theme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2" r:id="rId2"/>
    <p:sldMasterId id="2147483684" r:id="rId3"/>
    <p:sldMasterId id="2147483696" r:id="rId4"/>
    <p:sldMasterId id="2147483708" r:id="rId5"/>
  </p:sldMasterIdLst>
  <p:sldIdLst>
    <p:sldId id="256" r:id="rId6"/>
    <p:sldId id="257" r:id="rId7"/>
    <p:sldId id="258" r:id="rId8"/>
    <p:sldId id="259" r:id="rId9"/>
    <p:sldId id="260" r:id="rId10"/>
  </p:sldIdLst>
  <p:sldSz cx="5143500" cy="9144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8" d="100"/>
          <a:sy n="58" d="100"/>
        </p:scale>
        <p:origin x="2890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2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1" Type="http://schemas.openxmlformats.org/officeDocument/2006/relationships/presProps" Target="presProps.xml"/><Relationship Id="rId5" Type="http://schemas.openxmlformats.org/officeDocument/2006/relationships/slideMaster" Target="slideMasters/slideMaster5.xml"/><Relationship Id="rId10" Type="http://schemas.openxmlformats.org/officeDocument/2006/relationships/slide" Target="slides/slide5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4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26909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368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43060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8507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2094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197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7871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1061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2685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5637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2063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10868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45891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5535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2961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0329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70896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1051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7340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913733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4782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208561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38981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891200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63263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027254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84656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85765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52032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32361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93635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014669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66566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13231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8988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06096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1870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56510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76114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54106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904615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902786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6316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21935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8223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01521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53923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64604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898146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530680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5760375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492032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160417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75367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0070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1.xml"/><Relationship Id="rId3" Type="http://schemas.openxmlformats.org/officeDocument/2006/relationships/slideLayout" Target="../slideLayouts/slideLayout36.xml"/><Relationship Id="rId7" Type="http://schemas.openxmlformats.org/officeDocument/2006/relationships/slideLayout" Target="../slideLayouts/slideLayout40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5.xml"/><Relationship Id="rId1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4.xml"/><Relationship Id="rId5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43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2.xml"/><Relationship Id="rId3" Type="http://schemas.openxmlformats.org/officeDocument/2006/relationships/slideLayout" Target="../slideLayouts/slideLayout47.xml"/><Relationship Id="rId7" Type="http://schemas.openxmlformats.org/officeDocument/2006/relationships/slideLayout" Target="../slideLayouts/slideLayout51.xml"/><Relationship Id="rId12" Type="http://schemas.openxmlformats.org/officeDocument/2006/relationships/theme" Target="../theme/theme5.xml"/><Relationship Id="rId2" Type="http://schemas.openxmlformats.org/officeDocument/2006/relationships/slideLayout" Target="../slideLayouts/slideLayout46.xml"/><Relationship Id="rId1" Type="http://schemas.openxmlformats.org/officeDocument/2006/relationships/slideLayout" Target="../slideLayouts/slideLayout45.xml"/><Relationship Id="rId6" Type="http://schemas.openxmlformats.org/officeDocument/2006/relationships/slideLayout" Target="../slideLayouts/slideLayout50.xml"/><Relationship Id="rId11" Type="http://schemas.openxmlformats.org/officeDocument/2006/relationships/slideLayout" Target="../slideLayouts/slideLayout55.xml"/><Relationship Id="rId5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54.xml"/><Relationship Id="rId4" Type="http://schemas.openxmlformats.org/officeDocument/2006/relationships/slideLayout" Target="../slideLayouts/slideLayout48.xml"/><Relationship Id="rId9" Type="http://schemas.openxmlformats.org/officeDocument/2006/relationships/slideLayout" Target="../slideLayouts/slideLayout5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3089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135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2315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735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87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0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143500" cy="9144000"/>
          </a:xfrm>
          <a:prstGeom prst="rect">
            <a:avLst/>
          </a:prstGeom>
        </p:spPr>
      </p:pic>
      <p:pic>
        <p:nvPicPr>
          <p:cNvPr id="3" name="Foreground 01 - upper-hero" descr="foreground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95" y="1169581"/>
            <a:ext cx="5130105" cy="2977116"/>
          </a:xfrm>
          <a:prstGeom prst="rect">
            <a:avLst/>
          </a:prstGeom>
        </p:spPr>
      </p:pic>
      <p:pic>
        <p:nvPicPr>
          <p:cNvPr id="4" name="Foreground 02 - bird-card" descr="foreground_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2572" y="3827721"/>
            <a:ext cx="1814959" cy="2332517"/>
          </a:xfrm>
          <a:prstGeom prst="rect">
            <a:avLst/>
          </a:prstGeom>
        </p:spPr>
      </p:pic>
      <p:pic>
        <p:nvPicPr>
          <p:cNvPr id="5" name="Foreground 03 - report-card" descr="foreground_0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06613" y="4784651"/>
            <a:ext cx="2022574" cy="1701209"/>
          </a:xfrm>
          <a:prstGeom prst="rect">
            <a:avLst/>
          </a:prstGeom>
        </p:spPr>
      </p:pic>
      <p:pic>
        <p:nvPicPr>
          <p:cNvPr id="6" name="Foreground 04 - ppt-editor" descr="foreground_0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635" y="6379535"/>
            <a:ext cx="4386709" cy="2013541"/>
          </a:xfrm>
          <a:prstGeom prst="rect">
            <a:avLst/>
          </a:prstGeom>
        </p:spPr>
      </p:pic>
      <p:sp>
        <p:nvSpPr>
          <p:cNvPr id="7" name="Native M001"/>
          <p:cNvSpPr txBox="1"/>
          <p:nvPr/>
        </p:nvSpPr>
        <p:spPr>
          <a:xfrm>
            <a:off x="218640" y="98444"/>
            <a:ext cx="415415" cy="54689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54" b="1" i="0" spc="0">
                <a:solidFill>
                  <a:srgbClr val="FC633F"/>
                </a:solidFill>
                <a:latin typeface="Arial"/>
                <a:ea typeface="Arial"/>
              </a:rPr>
              <a:t>Z</a:t>
            </a:r>
          </a:p>
        </p:txBody>
      </p:sp>
      <p:sp>
        <p:nvSpPr>
          <p:cNvPr id="8" name="Native M002"/>
          <p:cNvSpPr txBox="1"/>
          <p:nvPr/>
        </p:nvSpPr>
        <p:spPr>
          <a:xfrm>
            <a:off x="655920" y="98444"/>
            <a:ext cx="1803779" cy="54689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57" b="1" i="0" spc="0">
                <a:solidFill>
                  <a:srgbClr val="111111"/>
                </a:solidFill>
                <a:latin typeface="Arial"/>
                <a:ea typeface="Arial"/>
              </a:rPr>
              <a:t>Anchor</a:t>
            </a:r>
          </a:p>
        </p:txBody>
      </p:sp>
      <p:sp>
        <p:nvSpPr>
          <p:cNvPr id="9" name="Native M003"/>
          <p:cNvSpPr txBox="1"/>
          <p:nvPr/>
        </p:nvSpPr>
        <p:spPr>
          <a:xfrm>
            <a:off x="2470629" y="98444"/>
            <a:ext cx="1557807" cy="54689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86" b="1" i="0" spc="0">
                <a:solidFill>
                  <a:srgbClr val="0046F5"/>
                </a:solidFill>
                <a:latin typeface="Arial"/>
                <a:ea typeface="Arial"/>
              </a:rPr>
              <a:t>Flow</a:t>
            </a:r>
          </a:p>
        </p:txBody>
      </p:sp>
      <p:sp>
        <p:nvSpPr>
          <p:cNvPr id="10" name="Native M004"/>
          <p:cNvSpPr txBox="1"/>
          <p:nvPr/>
        </p:nvSpPr>
        <p:spPr>
          <a:xfrm>
            <a:off x="207710" y="760177"/>
            <a:ext cx="4017506" cy="2898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21" b="1" i="0" spc="0">
                <a:solidFill>
                  <a:srgbClr val="111111"/>
                </a:solidFill>
                <a:latin typeface="Microsoft YaHei"/>
                <a:ea typeface="Microsoft YaHei"/>
              </a:rPr>
              <a:t>从视觉创作到可编辑交付</a:t>
            </a:r>
          </a:p>
        </p:txBody>
      </p:sp>
      <p:sp>
        <p:nvSpPr>
          <p:cNvPr id="11" name="Native M005"/>
          <p:cNvSpPr txBox="1"/>
          <p:nvPr/>
        </p:nvSpPr>
        <p:spPr>
          <a:xfrm>
            <a:off x="207710" y="1181286"/>
            <a:ext cx="3115619" cy="16407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42" b="1" i="0" spc="0">
                <a:solidFill>
                  <a:srgbClr val="111111"/>
                </a:solidFill>
                <a:latin typeface="Microsoft YaHei"/>
                <a:ea typeface="Microsoft YaHei"/>
              </a:rPr>
              <a:t>以批准二维视觉为基准的三阶段工作流</a:t>
            </a:r>
          </a:p>
        </p:txBody>
      </p:sp>
      <p:sp>
        <p:nvSpPr>
          <p:cNvPr id="12" name="Native M006"/>
          <p:cNvSpPr txBox="1"/>
          <p:nvPr/>
        </p:nvSpPr>
        <p:spPr>
          <a:xfrm>
            <a:off x="185845" y="1591449"/>
            <a:ext cx="732445" cy="49767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989" b="1" i="0" spc="0">
                <a:solidFill>
                  <a:srgbClr val="FC633F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13" name="Native M007"/>
          <p:cNvSpPr txBox="1"/>
          <p:nvPr/>
        </p:nvSpPr>
        <p:spPr>
          <a:xfrm>
            <a:off x="185845" y="2154747"/>
            <a:ext cx="1011207" cy="2187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3" b="1" i="0" spc="0">
                <a:solidFill>
                  <a:srgbClr val="111111"/>
                </a:solidFill>
                <a:latin typeface="Microsoft YaHei"/>
                <a:ea typeface="Microsoft YaHei"/>
              </a:rPr>
              <a:t>内容架构</a:t>
            </a:r>
          </a:p>
        </p:txBody>
      </p:sp>
      <p:sp>
        <p:nvSpPr>
          <p:cNvPr id="14" name="Native M008"/>
          <p:cNvSpPr txBox="1"/>
          <p:nvPr/>
        </p:nvSpPr>
        <p:spPr>
          <a:xfrm>
            <a:off x="185845" y="2428189"/>
            <a:ext cx="983880" cy="14218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15" b="1" i="0" spc="0">
                <a:solidFill>
                  <a:srgbClr val="111111"/>
                </a:solidFill>
                <a:latin typeface="Microsoft YaHei"/>
                <a:ea typeface="Microsoft YaHei"/>
              </a:rPr>
              <a:t>六字段 Outline</a:t>
            </a:r>
          </a:p>
        </p:txBody>
      </p:sp>
      <p:sp>
        <p:nvSpPr>
          <p:cNvPr id="15" name="Native M009"/>
          <p:cNvSpPr txBox="1"/>
          <p:nvPr/>
        </p:nvSpPr>
        <p:spPr>
          <a:xfrm>
            <a:off x="185845" y="2619601"/>
            <a:ext cx="1038540" cy="13672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 i="0" spc="0">
                <a:solidFill>
                  <a:srgbClr val="111111"/>
                </a:solidFill>
                <a:latin typeface="Microsoft YaHei"/>
                <a:ea typeface="Microsoft YaHei"/>
              </a:rPr>
              <a:t>定义任务、内容与语义关系</a:t>
            </a:r>
          </a:p>
        </p:txBody>
      </p:sp>
      <p:sp>
        <p:nvSpPr>
          <p:cNvPr id="16" name="Native M010"/>
          <p:cNvSpPr txBox="1"/>
          <p:nvPr/>
        </p:nvSpPr>
        <p:spPr>
          <a:xfrm>
            <a:off x="1382897" y="1520355"/>
            <a:ext cx="612190" cy="13672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41" b="0" i="0" spc="0">
                <a:solidFill>
                  <a:srgbClr val="111111"/>
                </a:solidFill>
                <a:latin typeface="Arial"/>
                <a:ea typeface="Arial"/>
              </a:rPr>
              <a:t>Manuscript</a:t>
            </a:r>
          </a:p>
        </p:txBody>
      </p:sp>
      <p:sp>
        <p:nvSpPr>
          <p:cNvPr id="17" name="Native M011"/>
          <p:cNvSpPr txBox="1"/>
          <p:nvPr/>
        </p:nvSpPr>
        <p:spPr>
          <a:xfrm>
            <a:off x="442747" y="2893052"/>
            <a:ext cx="519267" cy="8203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1" b="0" i="0" spc="0">
                <a:solidFill>
                  <a:srgbClr val="111111"/>
                </a:solidFill>
                <a:latin typeface="Microsoft YaHei"/>
                <a:ea typeface="Microsoft YaHei"/>
              </a:rPr>
              <a:t>页面任务</a:t>
            </a:r>
          </a:p>
        </p:txBody>
      </p:sp>
      <p:sp>
        <p:nvSpPr>
          <p:cNvPr id="18" name="Native M012"/>
          <p:cNvSpPr txBox="1"/>
          <p:nvPr/>
        </p:nvSpPr>
        <p:spPr>
          <a:xfrm>
            <a:off x="442747" y="3073518"/>
            <a:ext cx="273300" cy="8203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 spc="0">
                <a:solidFill>
                  <a:srgbClr val="111111"/>
                </a:solidFill>
                <a:latin typeface="Microsoft YaHei"/>
                <a:ea typeface="Microsoft YaHei"/>
              </a:rPr>
              <a:t>标题</a:t>
            </a:r>
          </a:p>
        </p:txBody>
      </p:sp>
      <p:sp>
        <p:nvSpPr>
          <p:cNvPr id="19" name="Native M013"/>
          <p:cNvSpPr txBox="1"/>
          <p:nvPr/>
        </p:nvSpPr>
        <p:spPr>
          <a:xfrm>
            <a:off x="453677" y="3259461"/>
            <a:ext cx="530202" cy="874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1" b="0" i="0" spc="0">
                <a:solidFill>
                  <a:srgbClr val="111111"/>
                </a:solidFill>
                <a:latin typeface="Microsoft YaHei"/>
                <a:ea typeface="Microsoft YaHei"/>
              </a:rPr>
              <a:t>核心表达</a:t>
            </a:r>
          </a:p>
        </p:txBody>
      </p:sp>
      <p:sp>
        <p:nvSpPr>
          <p:cNvPr id="20" name="Native M014"/>
          <p:cNvSpPr txBox="1"/>
          <p:nvPr/>
        </p:nvSpPr>
        <p:spPr>
          <a:xfrm>
            <a:off x="448210" y="3445404"/>
            <a:ext cx="524735" cy="874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7" b="0" i="0" spc="0">
                <a:solidFill>
                  <a:srgbClr val="111111"/>
                </a:solidFill>
                <a:latin typeface="Microsoft YaHei"/>
                <a:ea typeface="Microsoft YaHei"/>
              </a:rPr>
              <a:t>关键信息</a:t>
            </a:r>
          </a:p>
        </p:txBody>
      </p:sp>
      <p:sp>
        <p:nvSpPr>
          <p:cNvPr id="21" name="Native M015"/>
          <p:cNvSpPr txBox="1"/>
          <p:nvPr/>
        </p:nvSpPr>
        <p:spPr>
          <a:xfrm>
            <a:off x="481010" y="3647752"/>
            <a:ext cx="530202" cy="874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7" b="0" i="0" spc="0">
                <a:solidFill>
                  <a:srgbClr val="111111"/>
                </a:solidFill>
                <a:latin typeface="Microsoft YaHei"/>
                <a:ea typeface="Microsoft YaHei"/>
              </a:rPr>
              <a:t>语义关系</a:t>
            </a:r>
          </a:p>
        </p:txBody>
      </p:sp>
      <p:sp>
        <p:nvSpPr>
          <p:cNvPr id="22" name="Native M016"/>
          <p:cNvSpPr txBox="1"/>
          <p:nvPr/>
        </p:nvSpPr>
        <p:spPr>
          <a:xfrm>
            <a:off x="497407" y="3833695"/>
            <a:ext cx="530202" cy="874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4" b="0" i="0" spc="0">
                <a:solidFill>
                  <a:srgbClr val="111111"/>
                </a:solidFill>
                <a:latin typeface="Microsoft YaHei"/>
                <a:ea typeface="Microsoft YaHei"/>
              </a:rPr>
              <a:t>验收标准</a:t>
            </a:r>
          </a:p>
        </p:txBody>
      </p:sp>
      <p:sp>
        <p:nvSpPr>
          <p:cNvPr id="23" name="Native M017"/>
          <p:cNvSpPr txBox="1"/>
          <p:nvPr/>
        </p:nvSpPr>
        <p:spPr>
          <a:xfrm>
            <a:off x="262370" y="2903988"/>
            <a:ext cx="136647" cy="7656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72" b="0" i="0" spc="0">
                <a:solidFill>
                  <a:srgbClr val="FFFFFF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24" name="Native M018"/>
          <p:cNvSpPr txBox="1"/>
          <p:nvPr/>
        </p:nvSpPr>
        <p:spPr>
          <a:xfrm>
            <a:off x="278767" y="3089931"/>
            <a:ext cx="136647" cy="7656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72" b="0" i="0" spc="0">
                <a:solidFill>
                  <a:srgbClr val="FFFFFF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25" name="Native M019"/>
          <p:cNvSpPr txBox="1"/>
          <p:nvPr/>
        </p:nvSpPr>
        <p:spPr>
          <a:xfrm>
            <a:off x="300627" y="3281343"/>
            <a:ext cx="136647" cy="7656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72" b="0" i="0" spc="0">
                <a:solidFill>
                  <a:srgbClr val="111111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26" name="Native M020"/>
          <p:cNvSpPr txBox="1"/>
          <p:nvPr/>
        </p:nvSpPr>
        <p:spPr>
          <a:xfrm>
            <a:off x="322492" y="3467286"/>
            <a:ext cx="136647" cy="7656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72" b="0" i="0" spc="0">
                <a:solidFill>
                  <a:srgbClr val="111111"/>
                </a:solidFill>
                <a:latin typeface="Arial"/>
                <a:ea typeface="Arial"/>
              </a:rPr>
              <a:t>04</a:t>
            </a:r>
          </a:p>
        </p:txBody>
      </p:sp>
      <p:sp>
        <p:nvSpPr>
          <p:cNvPr id="27" name="Native M021"/>
          <p:cNvSpPr txBox="1"/>
          <p:nvPr/>
        </p:nvSpPr>
        <p:spPr>
          <a:xfrm>
            <a:off x="344357" y="3664165"/>
            <a:ext cx="136647" cy="7656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72" b="0" i="0" spc="0">
                <a:solidFill>
                  <a:srgbClr val="FFFFFF"/>
                </a:solidFill>
                <a:latin typeface="Arial"/>
                <a:ea typeface="Arial"/>
              </a:rPr>
              <a:t>05</a:t>
            </a:r>
          </a:p>
        </p:txBody>
      </p:sp>
      <p:sp>
        <p:nvSpPr>
          <p:cNvPr id="28" name="Native M022"/>
          <p:cNvSpPr txBox="1"/>
          <p:nvPr/>
        </p:nvSpPr>
        <p:spPr>
          <a:xfrm>
            <a:off x="360755" y="3855577"/>
            <a:ext cx="136647" cy="7656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72" b="0" i="0" spc="0">
                <a:solidFill>
                  <a:srgbClr val="111111"/>
                </a:solidFill>
                <a:latin typeface="Arial"/>
                <a:ea typeface="Arial"/>
              </a:rPr>
              <a:t>06</a:t>
            </a:r>
          </a:p>
        </p:txBody>
      </p:sp>
      <p:sp>
        <p:nvSpPr>
          <p:cNvPr id="29" name="Native M023"/>
          <p:cNvSpPr txBox="1"/>
          <p:nvPr/>
        </p:nvSpPr>
        <p:spPr>
          <a:xfrm>
            <a:off x="3514636" y="3538381"/>
            <a:ext cx="732445" cy="48126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751" b="1" i="0" spc="0">
                <a:solidFill>
                  <a:srgbClr val="0046F5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30" name="Native M024"/>
          <p:cNvSpPr txBox="1"/>
          <p:nvPr/>
        </p:nvSpPr>
        <p:spPr>
          <a:xfrm>
            <a:off x="3432643" y="4019638"/>
            <a:ext cx="1284507" cy="22422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81" b="1" i="0" spc="0">
                <a:solidFill>
                  <a:srgbClr val="111111"/>
                </a:solidFill>
                <a:latin typeface="Microsoft YaHei"/>
                <a:ea typeface="Microsoft YaHei"/>
              </a:rPr>
              <a:t>视觉生成</a:t>
            </a:r>
          </a:p>
        </p:txBody>
      </p:sp>
      <p:sp>
        <p:nvSpPr>
          <p:cNvPr id="31" name="Native M025"/>
          <p:cNvSpPr txBox="1"/>
          <p:nvPr/>
        </p:nvSpPr>
        <p:spPr>
          <a:xfrm>
            <a:off x="3432643" y="4325898"/>
            <a:ext cx="1656197" cy="13672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70" b="1" i="0" spc="0">
                <a:solidFill>
                  <a:srgbClr val="111111"/>
                </a:solidFill>
                <a:latin typeface="Arial"/>
                <a:ea typeface="Arial"/>
              </a:rPr>
              <a:t>Approved Slide Render</a:t>
            </a:r>
          </a:p>
        </p:txBody>
      </p:sp>
      <p:sp>
        <p:nvSpPr>
          <p:cNvPr id="32" name="Native M026"/>
          <p:cNvSpPr txBox="1"/>
          <p:nvPr/>
        </p:nvSpPr>
        <p:spPr>
          <a:xfrm>
            <a:off x="3432643" y="4506374"/>
            <a:ext cx="1317307" cy="13125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19" b="0" i="0" spc="0">
                <a:solidFill>
                  <a:srgbClr val="111111"/>
                </a:solidFill>
                <a:latin typeface="Arial"/>
                <a:ea typeface="Arial"/>
              </a:rPr>
              <a:t>Final Content Truth</a:t>
            </a:r>
          </a:p>
        </p:txBody>
      </p:sp>
      <p:sp>
        <p:nvSpPr>
          <p:cNvPr id="33" name="Native M027"/>
          <p:cNvSpPr txBox="1"/>
          <p:nvPr/>
        </p:nvSpPr>
        <p:spPr>
          <a:xfrm>
            <a:off x="3591156" y="4686849"/>
            <a:ext cx="1497684" cy="11484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26" b="0" i="0" spc="0">
                <a:solidFill>
                  <a:srgbClr val="111111"/>
                </a:solidFill>
                <a:latin typeface="Microsoft YaHei"/>
                <a:ea typeface="Microsoft YaHei"/>
              </a:rPr>
              <a:t>批准视觉与内容真值独立登记</a:t>
            </a:r>
          </a:p>
        </p:txBody>
      </p:sp>
      <p:sp>
        <p:nvSpPr>
          <p:cNvPr id="34" name="Native M028"/>
          <p:cNvSpPr txBox="1"/>
          <p:nvPr/>
        </p:nvSpPr>
        <p:spPr>
          <a:xfrm>
            <a:off x="3246800" y="4976699"/>
            <a:ext cx="1038539" cy="15859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61" b="0" i="0" spc="0">
                <a:solidFill>
                  <a:srgbClr val="111111"/>
                </a:solidFill>
                <a:latin typeface="Arial"/>
                <a:ea typeface="Arial"/>
              </a:rPr>
              <a:t>Final Content Truth</a:t>
            </a:r>
          </a:p>
        </p:txBody>
      </p:sp>
      <p:sp>
        <p:nvSpPr>
          <p:cNvPr id="35" name="Native M029"/>
          <p:cNvSpPr txBox="1"/>
          <p:nvPr/>
        </p:nvSpPr>
        <p:spPr>
          <a:xfrm>
            <a:off x="1934964" y="5605619"/>
            <a:ext cx="1240782" cy="20234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29" b="1" i="0" spc="0">
                <a:solidFill>
                  <a:srgbClr val="111111"/>
                </a:solidFill>
                <a:latin typeface="Arial"/>
                <a:ea typeface="Arial"/>
              </a:rPr>
              <a:t>ZAnchorFlow</a:t>
            </a:r>
          </a:p>
        </p:txBody>
      </p:sp>
      <p:sp>
        <p:nvSpPr>
          <p:cNvPr id="36" name="Native M030"/>
          <p:cNvSpPr txBox="1"/>
          <p:nvPr/>
        </p:nvSpPr>
        <p:spPr>
          <a:xfrm>
            <a:off x="202242" y="5982974"/>
            <a:ext cx="666850" cy="47579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720" b="1" i="0" spc="0">
                <a:solidFill>
                  <a:srgbClr val="51BAA4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37" name="Native M031"/>
          <p:cNvSpPr txBox="1"/>
          <p:nvPr/>
        </p:nvSpPr>
        <p:spPr>
          <a:xfrm>
            <a:off x="174910" y="6486114"/>
            <a:ext cx="1475819" cy="2406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98" b="1" i="0" spc="0">
                <a:solidFill>
                  <a:srgbClr val="111111"/>
                </a:solidFill>
                <a:latin typeface="Microsoft YaHei"/>
                <a:ea typeface="Microsoft YaHei"/>
              </a:rPr>
              <a:t>可编辑重建</a:t>
            </a:r>
          </a:p>
        </p:txBody>
      </p:sp>
      <p:sp>
        <p:nvSpPr>
          <p:cNvPr id="38" name="Native M032"/>
          <p:cNvSpPr txBox="1"/>
          <p:nvPr/>
        </p:nvSpPr>
        <p:spPr>
          <a:xfrm>
            <a:off x="185845" y="6797842"/>
            <a:ext cx="1213449" cy="16407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4" b="1" i="0" spc="0">
                <a:solidFill>
                  <a:srgbClr val="111111"/>
                </a:solidFill>
                <a:latin typeface="Microsoft YaHei"/>
                <a:ea typeface="Microsoft YaHei"/>
              </a:rPr>
              <a:t>可编辑 PPTX</a:t>
            </a:r>
          </a:p>
        </p:txBody>
      </p:sp>
      <p:sp>
        <p:nvSpPr>
          <p:cNvPr id="39" name="Native M033"/>
          <p:cNvSpPr txBox="1"/>
          <p:nvPr/>
        </p:nvSpPr>
        <p:spPr>
          <a:xfrm>
            <a:off x="180377" y="7016594"/>
            <a:ext cx="1628864" cy="12031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 spc="0">
                <a:solidFill>
                  <a:srgbClr val="111111"/>
                </a:solidFill>
                <a:latin typeface="Microsoft YaHei"/>
                <a:ea typeface="Microsoft YaHei"/>
              </a:rPr>
              <a:t>结构重建 · 原生文字复原 · 整套验收</a:t>
            </a:r>
          </a:p>
        </p:txBody>
      </p:sp>
      <p:sp>
        <p:nvSpPr>
          <p:cNvPr id="40" name="Native M034"/>
          <p:cNvSpPr txBox="1"/>
          <p:nvPr/>
        </p:nvSpPr>
        <p:spPr>
          <a:xfrm>
            <a:off x="1967759" y="7853343"/>
            <a:ext cx="1257179" cy="15859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44" b="1" i="0" spc="0">
                <a:solidFill>
                  <a:srgbClr val="111111"/>
                </a:solidFill>
                <a:latin typeface="Arial"/>
                <a:ea typeface="Arial"/>
              </a:rPr>
              <a:t>ZAnchorFlow</a:t>
            </a:r>
          </a:p>
        </p:txBody>
      </p:sp>
      <p:sp>
        <p:nvSpPr>
          <p:cNvPr id="41" name="Native M035"/>
          <p:cNvSpPr txBox="1"/>
          <p:nvPr/>
        </p:nvSpPr>
        <p:spPr>
          <a:xfrm>
            <a:off x="606727" y="8586170"/>
            <a:ext cx="754305" cy="1039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3" b="0" i="0" spc="0">
                <a:solidFill>
                  <a:srgbClr val="111111"/>
                </a:solidFill>
                <a:latin typeface="Microsoft YaHei"/>
                <a:ea typeface="Microsoft YaHei"/>
              </a:rPr>
              <a:t>Anchor 风格延续</a:t>
            </a:r>
          </a:p>
        </p:txBody>
      </p:sp>
      <p:sp>
        <p:nvSpPr>
          <p:cNvPr id="42" name="Native M036"/>
          <p:cNvSpPr txBox="1"/>
          <p:nvPr/>
        </p:nvSpPr>
        <p:spPr>
          <a:xfrm>
            <a:off x="595792" y="8750241"/>
            <a:ext cx="874560" cy="9296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8" b="0" i="0" spc="0">
                <a:solidFill>
                  <a:srgbClr val="111111"/>
                </a:solidFill>
                <a:latin typeface="Microsoft YaHei"/>
                <a:ea typeface="Microsoft YaHei"/>
              </a:rPr>
              <a:t>选定视觉语言贯穿全套</a:t>
            </a:r>
          </a:p>
        </p:txBody>
      </p:sp>
      <p:sp>
        <p:nvSpPr>
          <p:cNvPr id="43" name="Native M037"/>
          <p:cNvSpPr txBox="1"/>
          <p:nvPr/>
        </p:nvSpPr>
        <p:spPr>
          <a:xfrm>
            <a:off x="1825644" y="8591638"/>
            <a:ext cx="721510" cy="1039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13" b="0" i="0" spc="0">
                <a:solidFill>
                  <a:srgbClr val="111111"/>
                </a:solidFill>
                <a:latin typeface="Microsoft YaHei"/>
                <a:ea typeface="Microsoft YaHei"/>
              </a:rPr>
              <a:t>Runtime 状态门</a:t>
            </a:r>
          </a:p>
        </p:txBody>
      </p:sp>
      <p:sp>
        <p:nvSpPr>
          <p:cNvPr id="44" name="Native M038"/>
          <p:cNvSpPr txBox="1"/>
          <p:nvPr/>
        </p:nvSpPr>
        <p:spPr>
          <a:xfrm>
            <a:off x="1825644" y="8750241"/>
            <a:ext cx="819900" cy="9296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6" b="0" i="0" spc="0">
                <a:solidFill>
                  <a:srgbClr val="111111"/>
                </a:solidFill>
                <a:latin typeface="Microsoft YaHei"/>
                <a:ea typeface="Microsoft YaHei"/>
              </a:rPr>
              <a:t>指纹与来源追踪当前版本</a:t>
            </a:r>
          </a:p>
        </p:txBody>
      </p:sp>
      <p:sp>
        <p:nvSpPr>
          <p:cNvPr id="45" name="Native M039"/>
          <p:cNvSpPr txBox="1"/>
          <p:nvPr/>
        </p:nvSpPr>
        <p:spPr>
          <a:xfrm>
            <a:off x="3022696" y="8586170"/>
            <a:ext cx="819900" cy="1039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3" b="0" i="0" spc="0">
                <a:solidFill>
                  <a:srgbClr val="111111"/>
                </a:solidFill>
                <a:latin typeface="Microsoft YaHei"/>
                <a:ea typeface="Microsoft YaHei"/>
              </a:rPr>
              <a:t>文字分离复原</a:t>
            </a:r>
          </a:p>
        </p:txBody>
      </p:sp>
      <p:sp>
        <p:nvSpPr>
          <p:cNvPr id="46" name="Native M040"/>
          <p:cNvSpPr txBox="1"/>
          <p:nvPr/>
        </p:nvSpPr>
        <p:spPr>
          <a:xfrm>
            <a:off x="3022696" y="8750241"/>
            <a:ext cx="896425" cy="9296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18" b="0" i="0" spc="0">
                <a:solidFill>
                  <a:srgbClr val="111111"/>
                </a:solidFill>
                <a:latin typeface="Microsoft YaHei"/>
                <a:ea typeface="Microsoft YaHei"/>
              </a:rPr>
              <a:t>依据批准内容恢复文字</a:t>
            </a:r>
          </a:p>
        </p:txBody>
      </p:sp>
      <p:sp>
        <p:nvSpPr>
          <p:cNvPr id="47" name="Native M041"/>
          <p:cNvSpPr txBox="1"/>
          <p:nvPr/>
        </p:nvSpPr>
        <p:spPr>
          <a:xfrm>
            <a:off x="4121358" y="8465854"/>
            <a:ext cx="836297" cy="1039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6" b="0" i="0" spc="0">
                <a:solidFill>
                  <a:srgbClr val="111111"/>
                </a:solidFill>
                <a:latin typeface="Microsoft YaHei"/>
                <a:ea typeface="Microsoft YaHei"/>
              </a:rPr>
              <a:t>双重建分支</a:t>
            </a:r>
          </a:p>
        </p:txBody>
      </p:sp>
      <p:sp>
        <p:nvSpPr>
          <p:cNvPr id="48" name="Native M042"/>
          <p:cNvSpPr txBox="1"/>
          <p:nvPr/>
        </p:nvSpPr>
        <p:spPr>
          <a:xfrm>
            <a:off x="4121358" y="8586170"/>
            <a:ext cx="912822" cy="1039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 i="0" spc="0">
                <a:solidFill>
                  <a:srgbClr val="111111"/>
                </a:solidFill>
                <a:latin typeface="Arial"/>
                <a:ea typeface="Arial"/>
              </a:rPr>
              <a:t>Magic Layer / Image Layer</a:t>
            </a:r>
          </a:p>
        </p:txBody>
      </p:sp>
      <p:sp>
        <p:nvSpPr>
          <p:cNvPr id="49" name="Native M043"/>
          <p:cNvSpPr txBox="1"/>
          <p:nvPr/>
        </p:nvSpPr>
        <p:spPr>
          <a:xfrm>
            <a:off x="4121358" y="8750241"/>
            <a:ext cx="912822" cy="9296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79" b="0" i="0" spc="0">
                <a:solidFill>
                  <a:srgbClr val="111111"/>
                </a:solidFill>
                <a:latin typeface="Microsoft YaHei"/>
                <a:ea typeface="Microsoft YaHei"/>
              </a:rPr>
              <a:t>共享文字准备，明确选择重建路径</a:t>
            </a:r>
          </a:p>
        </p:txBody>
      </p:sp>
    </p:spTree>
    <p:extLst>
      <p:ext uri="{BB962C8B-B14F-4D97-AF65-F5344CB8AC3E}">
        <p14:creationId xmlns:p14="http://schemas.microsoft.com/office/powerpoint/2010/main" val="5907957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143500" cy="9144000"/>
          </a:xfrm>
          <a:prstGeom prst="rect">
            <a:avLst/>
          </a:prstGeom>
        </p:spPr>
      </p:pic>
      <p:pic>
        <p:nvPicPr>
          <p:cNvPr id="3" name="Foreground 01 - six-fields" descr="foreground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" y="1275907"/>
            <a:ext cx="5136803" cy="956930"/>
          </a:xfrm>
          <a:prstGeom prst="rect">
            <a:avLst/>
          </a:prstGeom>
        </p:spPr>
      </p:pic>
      <p:pic>
        <p:nvPicPr>
          <p:cNvPr id="4" name="Foreground 02 - visual-render" descr="foreground_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083442"/>
            <a:ext cx="2786063" cy="2764465"/>
          </a:xfrm>
          <a:prstGeom prst="rect">
            <a:avLst/>
          </a:prstGeom>
        </p:spPr>
      </p:pic>
      <p:pic>
        <p:nvPicPr>
          <p:cNvPr id="5" name="Foreground 03 - content-truth" descr="foreground_0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8906" y="3083442"/>
            <a:ext cx="2464594" cy="2764465"/>
          </a:xfrm>
          <a:prstGeom prst="rect">
            <a:avLst/>
          </a:prstGeom>
        </p:spPr>
      </p:pic>
      <p:pic>
        <p:nvPicPr>
          <p:cNvPr id="6" name="Foreground 04 - fingerprint" descr="foreground_0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9551" y="8346558"/>
            <a:ext cx="415230" cy="418657"/>
          </a:xfrm>
          <a:prstGeom prst="rect">
            <a:avLst/>
          </a:prstGeom>
        </p:spPr>
      </p:pic>
      <p:sp>
        <p:nvSpPr>
          <p:cNvPr id="7" name="Native M001"/>
          <p:cNvSpPr txBox="1"/>
          <p:nvPr/>
        </p:nvSpPr>
        <p:spPr>
          <a:xfrm>
            <a:off x="311562" y="235165"/>
            <a:ext cx="3203073" cy="19687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6" b="1" i="0" spc="0">
                <a:solidFill>
                  <a:srgbClr val="10151F"/>
                </a:solidFill>
                <a:latin typeface="Microsoft YaHei"/>
                <a:ea typeface="Microsoft YaHei"/>
              </a:rPr>
              <a:t>内容契约：让每页的表达有据可依</a:t>
            </a:r>
          </a:p>
        </p:txBody>
      </p:sp>
      <p:sp>
        <p:nvSpPr>
          <p:cNvPr id="8" name="Native M002"/>
          <p:cNvSpPr txBox="1"/>
          <p:nvPr/>
        </p:nvSpPr>
        <p:spPr>
          <a:xfrm>
            <a:off x="4143223" y="114849"/>
            <a:ext cx="907355" cy="13125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1" b="0" i="0" spc="0">
                <a:solidFill>
                  <a:srgbClr val="0046F5"/>
                </a:solidFill>
                <a:latin typeface="Arial"/>
                <a:ea typeface="Arial"/>
              </a:rPr>
              <a:t>ZAnchorFlow / 02</a:t>
            </a:r>
          </a:p>
        </p:txBody>
      </p:sp>
      <p:sp>
        <p:nvSpPr>
          <p:cNvPr id="9" name="Native M003"/>
          <p:cNvSpPr txBox="1"/>
          <p:nvPr/>
        </p:nvSpPr>
        <p:spPr>
          <a:xfrm>
            <a:off x="251435" y="617988"/>
            <a:ext cx="2951639" cy="13672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5" b="1" i="0" spc="0">
                <a:solidFill>
                  <a:srgbClr val="10151F"/>
                </a:solidFill>
                <a:latin typeface="Microsoft YaHei"/>
                <a:ea typeface="Microsoft YaHei"/>
              </a:rPr>
              <a:t>明确语义输入，分离内容真值，绑定当前版本</a:t>
            </a:r>
          </a:p>
        </p:txBody>
      </p:sp>
      <p:sp>
        <p:nvSpPr>
          <p:cNvPr id="10" name="Native M004"/>
          <p:cNvSpPr txBox="1"/>
          <p:nvPr/>
        </p:nvSpPr>
        <p:spPr>
          <a:xfrm>
            <a:off x="267832" y="1099246"/>
            <a:ext cx="1535942" cy="19687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13" b="1" i="0" spc="0">
                <a:solidFill>
                  <a:srgbClr val="10151F"/>
                </a:solidFill>
                <a:latin typeface="Microsoft YaHei"/>
                <a:ea typeface="Microsoft YaHei"/>
              </a:rPr>
              <a:t>六字段 Outline</a:t>
            </a:r>
          </a:p>
        </p:txBody>
      </p:sp>
      <p:sp>
        <p:nvSpPr>
          <p:cNvPr id="11" name="Native M005"/>
          <p:cNvSpPr txBox="1"/>
          <p:nvPr/>
        </p:nvSpPr>
        <p:spPr>
          <a:xfrm>
            <a:off x="273300" y="1744575"/>
            <a:ext cx="617657" cy="13672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21" b="1" i="0" spc="0">
                <a:solidFill>
                  <a:srgbClr val="10151F"/>
                </a:solidFill>
                <a:latin typeface="Microsoft YaHei"/>
                <a:ea typeface="Microsoft YaHei"/>
              </a:rPr>
              <a:t>页面任务</a:t>
            </a:r>
          </a:p>
        </p:txBody>
      </p:sp>
      <p:sp>
        <p:nvSpPr>
          <p:cNvPr id="12" name="Native M006"/>
          <p:cNvSpPr txBox="1"/>
          <p:nvPr/>
        </p:nvSpPr>
        <p:spPr>
          <a:xfrm>
            <a:off x="256902" y="1941463"/>
            <a:ext cx="655920" cy="1039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37" b="0" i="0" spc="0">
                <a:solidFill>
                  <a:srgbClr val="10151F"/>
                </a:solidFill>
                <a:latin typeface="Microsoft YaHei"/>
                <a:ea typeface="Microsoft YaHei"/>
              </a:rPr>
              <a:t>本页为什么存在</a:t>
            </a:r>
          </a:p>
        </p:txBody>
      </p:sp>
      <p:sp>
        <p:nvSpPr>
          <p:cNvPr id="13" name="Native M007"/>
          <p:cNvSpPr txBox="1"/>
          <p:nvPr/>
        </p:nvSpPr>
        <p:spPr>
          <a:xfrm>
            <a:off x="1109597" y="1755520"/>
            <a:ext cx="333427" cy="13125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21" b="1" i="0" spc="0">
                <a:solidFill>
                  <a:srgbClr val="10151F"/>
                </a:solidFill>
                <a:latin typeface="Microsoft YaHei"/>
                <a:ea typeface="Microsoft YaHei"/>
              </a:rPr>
              <a:t>标题</a:t>
            </a:r>
          </a:p>
        </p:txBody>
      </p:sp>
      <p:sp>
        <p:nvSpPr>
          <p:cNvPr id="14" name="Native M008"/>
          <p:cNvSpPr txBox="1"/>
          <p:nvPr/>
        </p:nvSpPr>
        <p:spPr>
          <a:xfrm>
            <a:off x="1071334" y="1941463"/>
            <a:ext cx="606727" cy="1039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0">
                <a:solidFill>
                  <a:srgbClr val="10151F"/>
                </a:solidFill>
                <a:latin typeface="Microsoft YaHei"/>
                <a:ea typeface="Microsoft YaHei"/>
              </a:rPr>
              <a:t>概括核心主题</a:t>
            </a:r>
          </a:p>
        </p:txBody>
      </p:sp>
      <p:sp>
        <p:nvSpPr>
          <p:cNvPr id="15" name="Native M009"/>
          <p:cNvSpPr txBox="1"/>
          <p:nvPr/>
        </p:nvSpPr>
        <p:spPr>
          <a:xfrm>
            <a:off x="1907632" y="1755520"/>
            <a:ext cx="590330" cy="13672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15" b="1" i="0" spc="0">
                <a:solidFill>
                  <a:srgbClr val="10151F"/>
                </a:solidFill>
                <a:latin typeface="Microsoft YaHei"/>
                <a:ea typeface="Microsoft YaHei"/>
              </a:rPr>
              <a:t>核心表达</a:t>
            </a:r>
          </a:p>
        </p:txBody>
      </p:sp>
      <p:sp>
        <p:nvSpPr>
          <p:cNvPr id="16" name="Native M010"/>
          <p:cNvSpPr txBox="1"/>
          <p:nvPr/>
        </p:nvSpPr>
        <p:spPr>
          <a:xfrm>
            <a:off x="1934964" y="1941463"/>
            <a:ext cx="595792" cy="1039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0">
                <a:solidFill>
                  <a:srgbClr val="10151F"/>
                </a:solidFill>
                <a:latin typeface="Microsoft YaHei"/>
                <a:ea typeface="Microsoft YaHei"/>
              </a:rPr>
              <a:t>本页中心观点</a:t>
            </a:r>
          </a:p>
        </p:txBody>
      </p:sp>
      <p:sp>
        <p:nvSpPr>
          <p:cNvPr id="17" name="Native M011"/>
          <p:cNvSpPr txBox="1"/>
          <p:nvPr/>
        </p:nvSpPr>
        <p:spPr>
          <a:xfrm>
            <a:off x="2760326" y="1755520"/>
            <a:ext cx="601260" cy="13672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10" b="1" i="0" spc="0">
                <a:solidFill>
                  <a:srgbClr val="10151F"/>
                </a:solidFill>
                <a:latin typeface="Microsoft YaHei"/>
                <a:ea typeface="Microsoft YaHei"/>
              </a:rPr>
              <a:t>关键信息</a:t>
            </a:r>
          </a:p>
        </p:txBody>
      </p:sp>
      <p:sp>
        <p:nvSpPr>
          <p:cNvPr id="18" name="Native M012"/>
          <p:cNvSpPr txBox="1"/>
          <p:nvPr/>
        </p:nvSpPr>
        <p:spPr>
          <a:xfrm>
            <a:off x="2743929" y="1941463"/>
            <a:ext cx="677785" cy="1039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0">
                <a:solidFill>
                  <a:srgbClr val="10151F"/>
                </a:solidFill>
                <a:latin typeface="Microsoft YaHei"/>
                <a:ea typeface="Microsoft YaHei"/>
              </a:rPr>
              <a:t>必须覆盖的内容</a:t>
            </a:r>
          </a:p>
        </p:txBody>
      </p:sp>
      <p:sp>
        <p:nvSpPr>
          <p:cNvPr id="19" name="Native M013"/>
          <p:cNvSpPr txBox="1"/>
          <p:nvPr/>
        </p:nvSpPr>
        <p:spPr>
          <a:xfrm>
            <a:off x="3591156" y="1755520"/>
            <a:ext cx="601260" cy="13672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15" b="1" i="0" spc="0">
                <a:solidFill>
                  <a:srgbClr val="10151F"/>
                </a:solidFill>
                <a:latin typeface="Microsoft YaHei"/>
                <a:ea typeface="Microsoft YaHei"/>
              </a:rPr>
              <a:t>语义关系</a:t>
            </a:r>
          </a:p>
        </p:txBody>
      </p:sp>
      <p:sp>
        <p:nvSpPr>
          <p:cNvPr id="20" name="Native M014"/>
          <p:cNvSpPr txBox="1"/>
          <p:nvPr/>
        </p:nvSpPr>
        <p:spPr>
          <a:xfrm>
            <a:off x="3547431" y="1941463"/>
            <a:ext cx="694182" cy="1039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3" b="0" i="0" spc="0">
                <a:solidFill>
                  <a:srgbClr val="10151F"/>
                </a:solidFill>
                <a:latin typeface="Microsoft YaHei"/>
                <a:ea typeface="Microsoft YaHei"/>
              </a:rPr>
              <a:t>信息之间真实关系</a:t>
            </a:r>
          </a:p>
        </p:txBody>
      </p:sp>
      <p:sp>
        <p:nvSpPr>
          <p:cNvPr id="21" name="Native M015"/>
          <p:cNvSpPr txBox="1"/>
          <p:nvPr/>
        </p:nvSpPr>
        <p:spPr>
          <a:xfrm>
            <a:off x="4421990" y="1755520"/>
            <a:ext cx="617657" cy="13672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15" b="1" i="0" spc="0">
                <a:solidFill>
                  <a:srgbClr val="10151F"/>
                </a:solidFill>
                <a:latin typeface="Microsoft YaHei"/>
                <a:ea typeface="Microsoft YaHei"/>
              </a:rPr>
              <a:t>验收标准</a:t>
            </a:r>
          </a:p>
        </p:txBody>
      </p:sp>
      <p:sp>
        <p:nvSpPr>
          <p:cNvPr id="22" name="Native M016"/>
          <p:cNvSpPr txBox="1"/>
          <p:nvPr/>
        </p:nvSpPr>
        <p:spPr>
          <a:xfrm>
            <a:off x="4339998" y="1941463"/>
            <a:ext cx="732445" cy="1039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 spc="0">
                <a:solidFill>
                  <a:srgbClr val="10151F"/>
                </a:solidFill>
                <a:latin typeface="Microsoft YaHei"/>
                <a:ea typeface="Microsoft YaHei"/>
              </a:rPr>
              <a:t>最低语义完成条件</a:t>
            </a:r>
          </a:p>
        </p:txBody>
      </p:sp>
      <p:sp>
        <p:nvSpPr>
          <p:cNvPr id="23" name="Native M017"/>
          <p:cNvSpPr txBox="1"/>
          <p:nvPr/>
        </p:nvSpPr>
        <p:spPr>
          <a:xfrm>
            <a:off x="273300" y="1509418"/>
            <a:ext cx="229570" cy="13672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66" b="1" i="0" spc="0">
                <a:solidFill>
                  <a:srgbClr val="7FAAD7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24" name="Native M018"/>
          <p:cNvSpPr txBox="1"/>
          <p:nvPr/>
        </p:nvSpPr>
        <p:spPr>
          <a:xfrm>
            <a:off x="1125994" y="1503950"/>
            <a:ext cx="235037" cy="14218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66" b="1" i="0" spc="0">
                <a:solidFill>
                  <a:srgbClr val="E36B36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25" name="Native M019"/>
          <p:cNvSpPr txBox="1"/>
          <p:nvPr/>
        </p:nvSpPr>
        <p:spPr>
          <a:xfrm>
            <a:off x="1967759" y="1503950"/>
            <a:ext cx="235037" cy="14218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66" b="1" i="0" spc="0">
                <a:solidFill>
                  <a:srgbClr val="4CAB96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26" name="Native M020"/>
          <p:cNvSpPr txBox="1"/>
          <p:nvPr/>
        </p:nvSpPr>
        <p:spPr>
          <a:xfrm>
            <a:off x="2814986" y="1503950"/>
            <a:ext cx="235037" cy="14218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6" b="1" i="0" spc="0">
                <a:solidFill>
                  <a:srgbClr val="4A71BD"/>
                </a:solidFill>
                <a:latin typeface="Arial"/>
                <a:ea typeface="Arial"/>
              </a:rPr>
              <a:t>04</a:t>
            </a:r>
          </a:p>
        </p:txBody>
      </p:sp>
      <p:sp>
        <p:nvSpPr>
          <p:cNvPr id="27" name="Native M021"/>
          <p:cNvSpPr txBox="1"/>
          <p:nvPr/>
        </p:nvSpPr>
        <p:spPr>
          <a:xfrm>
            <a:off x="3656751" y="1503950"/>
            <a:ext cx="235037" cy="14218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66" b="1" i="0" spc="0">
                <a:solidFill>
                  <a:srgbClr val="CC442B"/>
                </a:solidFill>
                <a:latin typeface="Arial"/>
                <a:ea typeface="Arial"/>
              </a:rPr>
              <a:t>05</a:t>
            </a:r>
          </a:p>
        </p:txBody>
      </p:sp>
      <p:sp>
        <p:nvSpPr>
          <p:cNvPr id="28" name="Native M022"/>
          <p:cNvSpPr txBox="1"/>
          <p:nvPr/>
        </p:nvSpPr>
        <p:spPr>
          <a:xfrm>
            <a:off x="4482113" y="1503950"/>
            <a:ext cx="235037" cy="14218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66" b="1" i="0" spc="0">
                <a:solidFill>
                  <a:srgbClr val="A6760C"/>
                </a:solidFill>
                <a:latin typeface="Arial"/>
                <a:ea typeface="Arial"/>
              </a:rPr>
              <a:t>06</a:t>
            </a:r>
          </a:p>
        </p:txBody>
      </p:sp>
      <p:sp>
        <p:nvSpPr>
          <p:cNvPr id="29" name="Native M023"/>
          <p:cNvSpPr txBox="1"/>
          <p:nvPr/>
        </p:nvSpPr>
        <p:spPr>
          <a:xfrm>
            <a:off x="721510" y="2400849"/>
            <a:ext cx="3388918" cy="16407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61" b="1" i="0" spc="0">
                <a:solidFill>
                  <a:srgbClr val="10151F"/>
                </a:solidFill>
                <a:latin typeface="Microsoft YaHei"/>
                <a:ea typeface="Microsoft YaHei"/>
              </a:rPr>
              <a:t>Stage 1 定义讲什么；Stage 2 自由设计怎么画</a:t>
            </a:r>
          </a:p>
        </p:txBody>
      </p:sp>
      <p:sp>
        <p:nvSpPr>
          <p:cNvPr id="30" name="Native M024"/>
          <p:cNvSpPr txBox="1"/>
          <p:nvPr/>
        </p:nvSpPr>
        <p:spPr>
          <a:xfrm>
            <a:off x="524735" y="2903988"/>
            <a:ext cx="3274131" cy="18594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18" b="1" i="0" spc="0">
                <a:solidFill>
                  <a:srgbClr val="10151F"/>
                </a:solidFill>
                <a:latin typeface="Microsoft YaHei"/>
                <a:ea typeface="Microsoft YaHei"/>
              </a:rPr>
              <a:t>视觉资产与内容真值独立登记</a:t>
            </a:r>
          </a:p>
        </p:txBody>
      </p:sp>
      <p:sp>
        <p:nvSpPr>
          <p:cNvPr id="31" name="Native M025"/>
          <p:cNvSpPr txBox="1"/>
          <p:nvPr/>
        </p:nvSpPr>
        <p:spPr>
          <a:xfrm>
            <a:off x="814432" y="3226652"/>
            <a:ext cx="1568742" cy="14218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24" b="0" i="0" spc="0">
                <a:solidFill>
                  <a:srgbClr val="FFFFFF"/>
                </a:solidFill>
                <a:latin typeface="Arial"/>
                <a:ea typeface="Arial"/>
              </a:rPr>
              <a:t>Approved Slide Render</a:t>
            </a:r>
          </a:p>
        </p:txBody>
      </p:sp>
      <p:sp>
        <p:nvSpPr>
          <p:cNvPr id="32" name="Native M026"/>
          <p:cNvSpPr txBox="1"/>
          <p:nvPr/>
        </p:nvSpPr>
        <p:spPr>
          <a:xfrm>
            <a:off x="907355" y="3423532"/>
            <a:ext cx="546600" cy="13125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6" b="0" i="0" spc="0">
                <a:solidFill>
                  <a:srgbClr val="10151F"/>
                </a:solidFill>
                <a:latin typeface="Microsoft YaHei"/>
                <a:ea typeface="Microsoft YaHei"/>
              </a:rPr>
              <a:t>视觉基准</a:t>
            </a:r>
          </a:p>
        </p:txBody>
      </p:sp>
      <p:sp>
        <p:nvSpPr>
          <p:cNvPr id="33" name="Native M027"/>
          <p:cNvSpPr txBox="1"/>
          <p:nvPr/>
        </p:nvSpPr>
        <p:spPr>
          <a:xfrm>
            <a:off x="3137478" y="3144622"/>
            <a:ext cx="1475819" cy="13672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 spc="0">
                <a:solidFill>
                  <a:srgbClr val="FFFFFF"/>
                </a:solidFill>
                <a:latin typeface="Arial"/>
                <a:ea typeface="Arial"/>
              </a:rPr>
              <a:t>Final Content Truth</a:t>
            </a:r>
          </a:p>
        </p:txBody>
      </p:sp>
      <p:sp>
        <p:nvSpPr>
          <p:cNvPr id="34" name="Native M028"/>
          <p:cNvSpPr txBox="1"/>
          <p:nvPr/>
        </p:nvSpPr>
        <p:spPr>
          <a:xfrm>
            <a:off x="3164811" y="3341501"/>
            <a:ext cx="1164257" cy="12031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78" b="0" i="0" spc="0">
                <a:solidFill>
                  <a:srgbClr val="10151F"/>
                </a:solidFill>
                <a:latin typeface="Microsoft YaHei"/>
                <a:ea typeface="Microsoft YaHei"/>
              </a:rPr>
              <a:t>批准文字与精确事实</a:t>
            </a:r>
          </a:p>
        </p:txBody>
      </p:sp>
      <p:sp>
        <p:nvSpPr>
          <p:cNvPr id="35" name="Native M029"/>
          <p:cNvSpPr txBox="1"/>
          <p:nvPr/>
        </p:nvSpPr>
        <p:spPr>
          <a:xfrm>
            <a:off x="901887" y="3806355"/>
            <a:ext cx="962015" cy="56329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2" b="1" i="0" spc="0">
                <a:solidFill>
                  <a:srgbClr val="10151F"/>
                </a:solidFill>
                <a:latin typeface="Microsoft YaHei"/>
                <a:ea typeface="Microsoft YaHei"/>
              </a:rPr>
              <a:t>让内容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2" b="1" i="0" spc="0">
                <a:solidFill>
                  <a:srgbClr val="10151F"/>
                </a:solidFill>
                <a:latin typeface="Microsoft YaHei"/>
                <a:ea typeface="Microsoft YaHei"/>
              </a:rPr>
              <a:t>被更多人看见</a:t>
            </a:r>
          </a:p>
        </p:txBody>
      </p:sp>
      <p:sp>
        <p:nvSpPr>
          <p:cNvPr id="36" name="Native M030"/>
          <p:cNvSpPr txBox="1"/>
          <p:nvPr/>
        </p:nvSpPr>
        <p:spPr>
          <a:xfrm>
            <a:off x="1902164" y="5851721"/>
            <a:ext cx="2312116" cy="16953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 spc="0">
                <a:solidFill>
                  <a:srgbClr val="10151F"/>
                </a:solidFill>
                <a:latin typeface="Microsoft YaHei"/>
                <a:ea typeface="Microsoft YaHei"/>
              </a:rPr>
              <a:t>文字对齐后，才能交接重建</a:t>
            </a:r>
          </a:p>
        </p:txBody>
      </p:sp>
      <p:sp>
        <p:nvSpPr>
          <p:cNvPr id="37" name="Native M031"/>
          <p:cNvSpPr txBox="1"/>
          <p:nvPr/>
        </p:nvSpPr>
        <p:spPr>
          <a:xfrm>
            <a:off x="535670" y="6229076"/>
            <a:ext cx="2246521" cy="16407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4" b="1" i="0" spc="0">
                <a:solidFill>
                  <a:srgbClr val="10151F"/>
                </a:solidFill>
                <a:latin typeface="Microsoft YaHei"/>
                <a:ea typeface="Microsoft YaHei"/>
              </a:rPr>
              <a:t>三种可编辑文本处理方式</a:t>
            </a:r>
          </a:p>
        </p:txBody>
      </p:sp>
      <p:sp>
        <p:nvSpPr>
          <p:cNvPr id="38" name="Native M032"/>
          <p:cNvSpPr txBox="1"/>
          <p:nvPr/>
        </p:nvSpPr>
        <p:spPr>
          <a:xfrm>
            <a:off x="508337" y="6524399"/>
            <a:ext cx="1235314" cy="12031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41" b="0" i="0" spc="0">
                <a:solidFill>
                  <a:srgbClr val="0046F5"/>
                </a:solidFill>
                <a:latin typeface="Arial"/>
                <a:ea typeface="Arial"/>
              </a:rPr>
              <a:t>remove_and_restore</a:t>
            </a:r>
          </a:p>
        </p:txBody>
      </p:sp>
      <p:sp>
        <p:nvSpPr>
          <p:cNvPr id="39" name="Native M033"/>
          <p:cNvSpPr txBox="1"/>
          <p:nvPr/>
        </p:nvSpPr>
        <p:spPr>
          <a:xfrm>
            <a:off x="502870" y="6688461"/>
            <a:ext cx="1443024" cy="13125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78" b="0" i="0" spc="0">
                <a:solidFill>
                  <a:srgbClr val="10151F"/>
                </a:solidFill>
                <a:latin typeface="Microsoft YaHei"/>
                <a:ea typeface="Microsoft YaHei"/>
              </a:rPr>
              <a:t>普通文字：清除后原生复原</a:t>
            </a:r>
          </a:p>
        </p:txBody>
      </p:sp>
      <p:sp>
        <p:nvSpPr>
          <p:cNvPr id="40" name="Native M034"/>
          <p:cNvSpPr txBox="1"/>
          <p:nvPr/>
        </p:nvSpPr>
        <p:spPr>
          <a:xfrm>
            <a:off x="2344911" y="6584558"/>
            <a:ext cx="1147859" cy="14765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65" b="1" i="0" spc="0">
                <a:solidFill>
                  <a:srgbClr val="10151F"/>
                </a:solidFill>
                <a:latin typeface="Microsoft YaHei"/>
                <a:ea typeface="Microsoft YaHei"/>
              </a:rPr>
              <a:t>探索更大的世界</a:t>
            </a:r>
          </a:p>
        </p:txBody>
      </p:sp>
      <p:sp>
        <p:nvSpPr>
          <p:cNvPr id="41" name="Native M035"/>
          <p:cNvSpPr txBox="1"/>
          <p:nvPr/>
        </p:nvSpPr>
        <p:spPr>
          <a:xfrm>
            <a:off x="3793398" y="6584558"/>
            <a:ext cx="1197052" cy="14765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65" b="1" i="0" spc="0">
                <a:solidFill>
                  <a:srgbClr val="10151F"/>
                </a:solidFill>
                <a:latin typeface="Microsoft YaHei"/>
                <a:ea typeface="Microsoft YaHei"/>
              </a:rPr>
              <a:t>探索更大的世界</a:t>
            </a:r>
          </a:p>
        </p:txBody>
      </p:sp>
      <p:sp>
        <p:nvSpPr>
          <p:cNvPr id="42" name="Native M036"/>
          <p:cNvSpPr txBox="1"/>
          <p:nvPr/>
        </p:nvSpPr>
        <p:spPr>
          <a:xfrm>
            <a:off x="497407" y="7038475"/>
            <a:ext cx="1246244" cy="12578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41" b="0" i="0" spc="0">
                <a:solidFill>
                  <a:srgbClr val="EF492A"/>
                </a:solidFill>
                <a:latin typeface="Arial"/>
                <a:ea typeface="Arial"/>
              </a:rPr>
              <a:t>remove_and_drop</a:t>
            </a:r>
          </a:p>
        </p:txBody>
      </p:sp>
      <p:sp>
        <p:nvSpPr>
          <p:cNvPr id="43" name="Native M037"/>
          <p:cNvSpPr txBox="1"/>
          <p:nvPr/>
        </p:nvSpPr>
        <p:spPr>
          <a:xfrm>
            <a:off x="497407" y="7213482"/>
            <a:ext cx="1426627" cy="12031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83" b="0" i="0" spc="0">
                <a:solidFill>
                  <a:srgbClr val="10151F"/>
                </a:solidFill>
                <a:latin typeface="Microsoft YaHei"/>
                <a:ea typeface="Microsoft YaHei"/>
              </a:rPr>
              <a:t>错误或未批准文字：清除</a:t>
            </a:r>
          </a:p>
        </p:txBody>
      </p:sp>
      <p:sp>
        <p:nvSpPr>
          <p:cNvPr id="44" name="Native M038"/>
          <p:cNvSpPr txBox="1"/>
          <p:nvPr/>
        </p:nvSpPr>
        <p:spPr>
          <a:xfrm>
            <a:off x="519267" y="7563487"/>
            <a:ext cx="1317307" cy="12578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31" b="0" i="0" spc="0">
                <a:solidFill>
                  <a:srgbClr val="155A73"/>
                </a:solidFill>
                <a:latin typeface="Arial"/>
                <a:ea typeface="Arial"/>
              </a:rPr>
              <a:t>preserve_as_graphic</a:t>
            </a:r>
          </a:p>
        </p:txBody>
      </p:sp>
      <p:sp>
        <p:nvSpPr>
          <p:cNvPr id="45" name="Native M039"/>
          <p:cNvSpPr txBox="1"/>
          <p:nvPr/>
        </p:nvSpPr>
        <p:spPr>
          <a:xfrm>
            <a:off x="524735" y="7749430"/>
            <a:ext cx="1760049" cy="12031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 spc="0">
                <a:solidFill>
                  <a:srgbClr val="10151F"/>
                </a:solidFill>
                <a:latin typeface="Microsoft YaHei"/>
                <a:ea typeface="Microsoft YaHei"/>
              </a:rPr>
              <a:t>批准图形资产与有依据的图形化文字</a:t>
            </a:r>
          </a:p>
        </p:txBody>
      </p:sp>
      <p:sp>
        <p:nvSpPr>
          <p:cNvPr id="46" name="Native M040"/>
          <p:cNvSpPr txBox="1"/>
          <p:nvPr/>
        </p:nvSpPr>
        <p:spPr>
          <a:xfrm>
            <a:off x="2820454" y="7645518"/>
            <a:ext cx="726977" cy="33906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9" b="1" i="0" spc="0">
                <a:solidFill>
                  <a:srgbClr val="10151F"/>
                </a:solidFill>
                <a:latin typeface="Microsoft YaHei"/>
                <a:ea typeface="Microsoft YaHei"/>
              </a:rPr>
              <a:t>向更大的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9" b="1" i="0" spc="0">
                <a:solidFill>
                  <a:srgbClr val="10151F"/>
                </a:solidFill>
                <a:latin typeface="Microsoft YaHei"/>
                <a:ea typeface="Microsoft YaHei"/>
              </a:rPr>
              <a:t>世界出发</a:t>
            </a:r>
          </a:p>
        </p:txBody>
      </p:sp>
      <p:sp>
        <p:nvSpPr>
          <p:cNvPr id="47" name="Native M041"/>
          <p:cNvSpPr txBox="1"/>
          <p:nvPr/>
        </p:nvSpPr>
        <p:spPr>
          <a:xfrm>
            <a:off x="4290805" y="7645518"/>
            <a:ext cx="726977" cy="33906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9" b="1" i="0" spc="0">
                <a:solidFill>
                  <a:srgbClr val="10151F"/>
                </a:solidFill>
                <a:latin typeface="Microsoft YaHei"/>
                <a:ea typeface="Microsoft YaHei"/>
              </a:rPr>
              <a:t>向更大的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9" b="1" i="0" spc="0">
                <a:solidFill>
                  <a:srgbClr val="10151F"/>
                </a:solidFill>
                <a:latin typeface="Microsoft YaHei"/>
                <a:ea typeface="Microsoft YaHei"/>
              </a:rPr>
              <a:t>世界出发</a:t>
            </a:r>
          </a:p>
        </p:txBody>
      </p:sp>
      <p:sp>
        <p:nvSpPr>
          <p:cNvPr id="48" name="Native M042"/>
          <p:cNvSpPr txBox="1"/>
          <p:nvPr/>
        </p:nvSpPr>
        <p:spPr>
          <a:xfrm>
            <a:off x="497407" y="8192411"/>
            <a:ext cx="1421159" cy="14765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9" b="1" i="0" spc="0">
                <a:solidFill>
                  <a:srgbClr val="10151F"/>
                </a:solidFill>
                <a:latin typeface="Microsoft YaHei"/>
                <a:ea typeface="Microsoft YaHei"/>
              </a:rPr>
              <a:t>版本验证与文字复原</a:t>
            </a:r>
          </a:p>
        </p:txBody>
      </p:sp>
      <p:sp>
        <p:nvSpPr>
          <p:cNvPr id="49" name="Native M043"/>
          <p:cNvSpPr txBox="1"/>
          <p:nvPr/>
        </p:nvSpPr>
        <p:spPr>
          <a:xfrm>
            <a:off x="694182" y="8476790"/>
            <a:ext cx="1350102" cy="24610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22" b="0" i="0" spc="0">
                <a:solidFill>
                  <a:srgbClr val="10151F"/>
                </a:solidFill>
                <a:latin typeface="Microsoft YaHei"/>
                <a:ea typeface="Microsoft YaHei"/>
              </a:rPr>
              <a:t>批准内容 + 原始坐标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22" b="0" i="0" spc="0">
                <a:solidFill>
                  <a:srgbClr val="10151F"/>
                </a:solidFill>
                <a:latin typeface="Microsoft YaHei"/>
                <a:ea typeface="Microsoft YaHei"/>
              </a:rPr>
              <a:t>→ 原生文字复原</a:t>
            </a:r>
          </a:p>
        </p:txBody>
      </p:sp>
      <p:sp>
        <p:nvSpPr>
          <p:cNvPr id="50" name="Native M044"/>
          <p:cNvSpPr txBox="1"/>
          <p:nvPr/>
        </p:nvSpPr>
        <p:spPr>
          <a:xfrm>
            <a:off x="2350379" y="8531480"/>
            <a:ext cx="967482" cy="15312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46" b="0" i="0" spc="0">
                <a:solidFill>
                  <a:srgbClr val="10151F"/>
                </a:solidFill>
                <a:latin typeface="Microsoft YaHei"/>
                <a:ea typeface="Microsoft YaHei"/>
              </a:rPr>
              <a:t>让内容被更多人看见</a:t>
            </a:r>
          </a:p>
        </p:txBody>
      </p:sp>
      <p:sp>
        <p:nvSpPr>
          <p:cNvPr id="51" name="Native M045"/>
          <p:cNvSpPr txBox="1"/>
          <p:nvPr/>
        </p:nvSpPr>
        <p:spPr>
          <a:xfrm>
            <a:off x="3990173" y="8460385"/>
            <a:ext cx="1038540" cy="2406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4" b="0" i="0" spc="0">
                <a:solidFill>
                  <a:srgbClr val="10151F"/>
                </a:solidFill>
                <a:latin typeface="Microsoft YaHei"/>
                <a:ea typeface="Microsoft YaHei"/>
              </a:rPr>
              <a:t>fingerprint：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4" b="0" i="0" spc="0">
                <a:solidFill>
                  <a:srgbClr val="10151F"/>
                </a:solidFill>
                <a:latin typeface="Microsoft YaHei"/>
                <a:ea typeface="Microsoft YaHei"/>
              </a:rPr>
              <a:t>审批绑定当前展示版本</a:t>
            </a:r>
          </a:p>
        </p:txBody>
      </p:sp>
    </p:spTree>
    <p:extLst>
      <p:ext uri="{BB962C8B-B14F-4D97-AF65-F5344CB8AC3E}">
        <p14:creationId xmlns:p14="http://schemas.microsoft.com/office/powerpoint/2010/main" val="26814059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143500" cy="9144000"/>
          </a:xfrm>
          <a:prstGeom prst="rect">
            <a:avLst/>
          </a:prstGeom>
        </p:spPr>
      </p:pic>
      <p:pic>
        <p:nvPicPr>
          <p:cNvPr id="3" name="Foreground 01 - anchor-options" descr="foreground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54" y="1063256"/>
            <a:ext cx="3422303" cy="1807535"/>
          </a:xfrm>
          <a:prstGeom prst="rect">
            <a:avLst/>
          </a:prstGeom>
        </p:spPr>
      </p:pic>
      <p:pic>
        <p:nvPicPr>
          <p:cNvPr id="4" name="Foreground 02 - style-board" descr="foreground_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229" y="1169581"/>
            <a:ext cx="2029271" cy="1056610"/>
          </a:xfrm>
          <a:prstGeom prst="rect">
            <a:avLst/>
          </a:prstGeom>
        </p:spPr>
      </p:pic>
      <p:pic>
        <p:nvPicPr>
          <p:cNvPr id="5" name="Foreground 03 - archive-lens" descr="foreground_0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3222994"/>
            <a:ext cx="1714500" cy="2943890"/>
          </a:xfrm>
          <a:prstGeom prst="rect">
            <a:avLst/>
          </a:prstGeom>
        </p:spPr>
      </p:pic>
      <p:pic>
        <p:nvPicPr>
          <p:cNvPr id="6" name="Foreground 04 - pass-card" descr="foreground_0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0562" y="3116669"/>
            <a:ext cx="642938" cy="817378"/>
          </a:xfrm>
          <a:prstGeom prst="rect">
            <a:avLst/>
          </a:prstGeom>
        </p:spPr>
      </p:pic>
      <p:pic>
        <p:nvPicPr>
          <p:cNvPr id="7" name="Foreground 05 - revise-paper" descr="foreground_0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25975" y="3967273"/>
            <a:ext cx="917525" cy="711052"/>
          </a:xfrm>
          <a:prstGeom prst="rect">
            <a:avLst/>
          </a:prstGeom>
        </p:spPr>
      </p:pic>
      <p:pic>
        <p:nvPicPr>
          <p:cNvPr id="8" name="Foreground 06 - reject-stack" descr="foreground_0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85791" y="4678326"/>
            <a:ext cx="957709" cy="956930"/>
          </a:xfrm>
          <a:prstGeom prst="rect">
            <a:avLst/>
          </a:prstGeom>
        </p:spPr>
      </p:pic>
      <p:sp>
        <p:nvSpPr>
          <p:cNvPr id="9" name="Native M001"/>
          <p:cNvSpPr txBox="1"/>
          <p:nvPr/>
        </p:nvSpPr>
        <p:spPr>
          <a:xfrm>
            <a:off x="207931" y="120317"/>
            <a:ext cx="2434953" cy="13672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66" b="0" i="0" spc="0">
                <a:solidFill>
                  <a:srgbClr val="092649"/>
                </a:solidFill>
                <a:latin typeface="Microsoft YaHei"/>
                <a:ea typeface="Microsoft YaHei"/>
              </a:rPr>
              <a:t>Anchor × Runtime：风格延续与可控迭代</a:t>
            </a:r>
          </a:p>
        </p:txBody>
      </p:sp>
      <p:sp>
        <p:nvSpPr>
          <p:cNvPr id="10" name="Native M002"/>
          <p:cNvSpPr txBox="1"/>
          <p:nvPr/>
        </p:nvSpPr>
        <p:spPr>
          <a:xfrm>
            <a:off x="4081969" y="131253"/>
            <a:ext cx="902849" cy="14218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3" b="1" i="0" spc="0">
                <a:solidFill>
                  <a:srgbClr val="092649"/>
                </a:solidFill>
                <a:latin typeface="Arial"/>
                <a:ea typeface="Arial"/>
              </a:rPr>
              <a:t>ZAnchorFlow / 03</a:t>
            </a:r>
          </a:p>
        </p:txBody>
      </p:sp>
      <p:sp>
        <p:nvSpPr>
          <p:cNvPr id="11" name="Native M003"/>
          <p:cNvSpPr txBox="1"/>
          <p:nvPr/>
        </p:nvSpPr>
        <p:spPr>
          <a:xfrm>
            <a:off x="240762" y="481267"/>
            <a:ext cx="109438" cy="16953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49" b="1" i="0" spc="0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2" name="Native M004"/>
          <p:cNvSpPr txBox="1"/>
          <p:nvPr/>
        </p:nvSpPr>
        <p:spPr>
          <a:xfrm>
            <a:off x="547181" y="503139"/>
            <a:ext cx="2971194" cy="16407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66" b="1" i="0" spc="0">
                <a:solidFill>
                  <a:srgbClr val="092649"/>
                </a:solidFill>
                <a:latin typeface="Microsoft YaHei"/>
                <a:ea typeface="Microsoft YaHei"/>
              </a:rPr>
              <a:t>先选 Anchor，再提炼 Style DNA</a:t>
            </a:r>
          </a:p>
        </p:txBody>
      </p:sp>
      <p:sp>
        <p:nvSpPr>
          <p:cNvPr id="13" name="Native M005"/>
          <p:cNvSpPr txBox="1"/>
          <p:nvPr/>
        </p:nvSpPr>
        <p:spPr>
          <a:xfrm>
            <a:off x="694918" y="847676"/>
            <a:ext cx="3004025" cy="13672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61" b="0" i="0" spc="0">
                <a:solidFill>
                  <a:srgbClr val="092649"/>
                </a:solidFill>
                <a:latin typeface="Microsoft YaHei"/>
                <a:ea typeface="Microsoft YaHei"/>
              </a:rPr>
              <a:t>资格审核 → 正式展示 → 用户选择</a:t>
            </a:r>
          </a:p>
        </p:txBody>
      </p:sp>
      <p:sp>
        <p:nvSpPr>
          <p:cNvPr id="14" name="Native M006"/>
          <p:cNvSpPr txBox="1"/>
          <p:nvPr/>
        </p:nvSpPr>
        <p:spPr>
          <a:xfrm>
            <a:off x="3173648" y="880494"/>
            <a:ext cx="1860414" cy="3171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4" b="1" i="0" spc="0">
                <a:solidFill>
                  <a:srgbClr val="092649"/>
                </a:solidFill>
                <a:latin typeface="Microsoft YaHei"/>
                <a:ea typeface="Microsoft YaHei"/>
              </a:rPr>
              <a:t>Style DNA 延续视觉语言，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4" b="1" i="0" spc="0">
                <a:solidFill>
                  <a:srgbClr val="092649"/>
                </a:solidFill>
                <a:latin typeface="Microsoft YaHei"/>
                <a:ea typeface="Microsoft YaHei"/>
              </a:rPr>
              <a:t>每页按自身语义重新构图</a:t>
            </a:r>
          </a:p>
        </p:txBody>
      </p:sp>
      <p:sp>
        <p:nvSpPr>
          <p:cNvPr id="15" name="Native M007"/>
          <p:cNvSpPr txBox="1"/>
          <p:nvPr/>
        </p:nvSpPr>
        <p:spPr>
          <a:xfrm>
            <a:off x="437743" y="2138343"/>
            <a:ext cx="547181" cy="12031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87" b="0" i="0" spc="0">
                <a:solidFill>
                  <a:srgbClr val="092649"/>
                </a:solidFill>
                <a:latin typeface="Microsoft YaHei"/>
                <a:ea typeface="Microsoft YaHei"/>
              </a:rPr>
              <a:t>候选 A</a:t>
            </a:r>
          </a:p>
        </p:txBody>
      </p:sp>
      <p:sp>
        <p:nvSpPr>
          <p:cNvPr id="16" name="Native M008"/>
          <p:cNvSpPr txBox="1"/>
          <p:nvPr/>
        </p:nvSpPr>
        <p:spPr>
          <a:xfrm>
            <a:off x="1373644" y="2138343"/>
            <a:ext cx="464885" cy="12031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87" b="0" i="0" spc="0">
                <a:solidFill>
                  <a:srgbClr val="092649"/>
                </a:solidFill>
                <a:latin typeface="Microsoft YaHei"/>
                <a:ea typeface="Microsoft YaHei"/>
              </a:rPr>
              <a:t>候选 B</a:t>
            </a:r>
          </a:p>
        </p:txBody>
      </p:sp>
      <p:sp>
        <p:nvSpPr>
          <p:cNvPr id="17" name="Native M009"/>
          <p:cNvSpPr txBox="1"/>
          <p:nvPr/>
        </p:nvSpPr>
        <p:spPr>
          <a:xfrm>
            <a:off x="2210831" y="2138343"/>
            <a:ext cx="464885" cy="12031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87" b="0" i="0" spc="0">
                <a:solidFill>
                  <a:srgbClr val="092649"/>
                </a:solidFill>
                <a:latin typeface="Microsoft YaHei"/>
                <a:ea typeface="Microsoft YaHei"/>
              </a:rPr>
              <a:t>候选 C</a:t>
            </a:r>
          </a:p>
        </p:txBody>
      </p:sp>
      <p:sp>
        <p:nvSpPr>
          <p:cNvPr id="18" name="Native M010"/>
          <p:cNvSpPr txBox="1"/>
          <p:nvPr/>
        </p:nvSpPr>
        <p:spPr>
          <a:xfrm>
            <a:off x="432275" y="2291468"/>
            <a:ext cx="760580" cy="2078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2" b="0" i="0" spc="0">
                <a:solidFill>
                  <a:srgbClr val="303030"/>
                </a:solidFill>
                <a:latin typeface="Microsoft YaHei"/>
                <a:ea typeface="Microsoft YaHei"/>
              </a:rPr>
              <a:t>植物插画风格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2" b="0" i="0" spc="0">
                <a:solidFill>
                  <a:srgbClr val="303030"/>
                </a:solidFill>
                <a:latin typeface="Microsoft YaHei"/>
                <a:ea typeface="Microsoft YaHei"/>
              </a:rPr>
              <a:t>符合主题</a:t>
            </a:r>
          </a:p>
        </p:txBody>
      </p:sp>
      <p:sp>
        <p:nvSpPr>
          <p:cNvPr id="19" name="Native M011"/>
          <p:cNvSpPr txBox="1"/>
          <p:nvPr/>
        </p:nvSpPr>
        <p:spPr>
          <a:xfrm>
            <a:off x="1302288" y="2291468"/>
            <a:ext cx="749639" cy="2078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9" b="0" i="0" spc="0">
                <a:solidFill>
                  <a:srgbClr val="303030"/>
                </a:solidFill>
                <a:latin typeface="Microsoft YaHei"/>
                <a:ea typeface="Microsoft YaHei"/>
              </a:rPr>
              <a:t>几何城市风格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9" b="0" i="0" spc="0">
                <a:solidFill>
                  <a:srgbClr val="303030"/>
                </a:solidFill>
                <a:latin typeface="Microsoft YaHei"/>
                <a:ea typeface="Microsoft YaHei"/>
              </a:rPr>
              <a:t>符合主题</a:t>
            </a:r>
          </a:p>
        </p:txBody>
      </p:sp>
      <p:sp>
        <p:nvSpPr>
          <p:cNvPr id="20" name="Native M012"/>
          <p:cNvSpPr txBox="1"/>
          <p:nvPr/>
        </p:nvSpPr>
        <p:spPr>
          <a:xfrm>
            <a:off x="2166838" y="2291468"/>
            <a:ext cx="760580" cy="2078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2" b="0" i="0" spc="0">
                <a:solidFill>
                  <a:srgbClr val="303030"/>
                </a:solidFill>
                <a:latin typeface="Microsoft YaHei"/>
                <a:ea typeface="Microsoft YaHei"/>
              </a:rPr>
              <a:t>剪纸插画风格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2" b="0" i="0" spc="0">
                <a:solidFill>
                  <a:srgbClr val="303030"/>
                </a:solidFill>
                <a:latin typeface="Microsoft YaHei"/>
                <a:ea typeface="Microsoft YaHei"/>
              </a:rPr>
              <a:t>符合主题</a:t>
            </a:r>
          </a:p>
        </p:txBody>
      </p:sp>
      <p:sp>
        <p:nvSpPr>
          <p:cNvPr id="21" name="Native M013"/>
          <p:cNvSpPr txBox="1"/>
          <p:nvPr/>
        </p:nvSpPr>
        <p:spPr>
          <a:xfrm>
            <a:off x="3326862" y="2193033"/>
            <a:ext cx="218871" cy="10938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0">
                <a:solidFill>
                  <a:srgbClr val="092649"/>
                </a:solidFill>
                <a:latin typeface="Microsoft YaHei"/>
                <a:ea typeface="Microsoft YaHei"/>
              </a:rPr>
              <a:t>色彩</a:t>
            </a:r>
          </a:p>
        </p:txBody>
      </p:sp>
      <p:sp>
        <p:nvSpPr>
          <p:cNvPr id="22" name="Native M014"/>
          <p:cNvSpPr txBox="1"/>
          <p:nvPr/>
        </p:nvSpPr>
        <p:spPr>
          <a:xfrm>
            <a:off x="3687998" y="2193033"/>
            <a:ext cx="366613" cy="10938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1" b="0" i="0" spc="0">
                <a:solidFill>
                  <a:srgbClr val="092649"/>
                </a:solidFill>
                <a:latin typeface="Microsoft YaHei"/>
                <a:ea typeface="Microsoft YaHei"/>
              </a:rPr>
              <a:t>字体层级</a:t>
            </a:r>
          </a:p>
        </p:txBody>
      </p:sp>
      <p:sp>
        <p:nvSpPr>
          <p:cNvPr id="23" name="Native M015"/>
          <p:cNvSpPr txBox="1"/>
          <p:nvPr/>
        </p:nvSpPr>
        <p:spPr>
          <a:xfrm>
            <a:off x="4092914" y="2193033"/>
            <a:ext cx="519823" cy="10938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8" b="0" i="0" spc="0">
                <a:solidFill>
                  <a:srgbClr val="092649"/>
                </a:solidFill>
                <a:latin typeface="Microsoft YaHei"/>
                <a:ea typeface="Microsoft YaHei"/>
              </a:rPr>
              <a:t>几何与线条</a:t>
            </a:r>
          </a:p>
        </p:txBody>
      </p:sp>
      <p:sp>
        <p:nvSpPr>
          <p:cNvPr id="24" name="Native M016"/>
          <p:cNvSpPr txBox="1"/>
          <p:nvPr/>
        </p:nvSpPr>
        <p:spPr>
          <a:xfrm>
            <a:off x="4612737" y="2193033"/>
            <a:ext cx="448688" cy="10938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4" b="0" i="0" spc="0">
                <a:solidFill>
                  <a:srgbClr val="092649"/>
                </a:solidFill>
                <a:latin typeface="Microsoft YaHei"/>
                <a:ea typeface="Microsoft YaHei"/>
              </a:rPr>
              <a:t>插画语言</a:t>
            </a:r>
          </a:p>
        </p:txBody>
      </p:sp>
      <p:sp>
        <p:nvSpPr>
          <p:cNvPr id="25" name="Native M017"/>
          <p:cNvSpPr txBox="1"/>
          <p:nvPr/>
        </p:nvSpPr>
        <p:spPr>
          <a:xfrm>
            <a:off x="683977" y="2614132"/>
            <a:ext cx="3151762" cy="14765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4" b="1" i="0" spc="0">
                <a:solidFill>
                  <a:srgbClr val="092649"/>
                </a:solidFill>
                <a:latin typeface="Microsoft YaHei"/>
                <a:ea typeface="Microsoft YaHei"/>
              </a:rPr>
              <a:t>实际封面选定后锁定，不随批量生产重生</a:t>
            </a:r>
          </a:p>
        </p:txBody>
      </p:sp>
      <p:sp>
        <p:nvSpPr>
          <p:cNvPr id="26" name="Native M018"/>
          <p:cNvSpPr txBox="1"/>
          <p:nvPr/>
        </p:nvSpPr>
        <p:spPr>
          <a:xfrm>
            <a:off x="213399" y="2996955"/>
            <a:ext cx="125851" cy="16953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6" b="1" i="0" spc="0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27" name="Native M019"/>
          <p:cNvSpPr txBox="1"/>
          <p:nvPr/>
        </p:nvSpPr>
        <p:spPr>
          <a:xfrm>
            <a:off x="514350" y="2996955"/>
            <a:ext cx="3113458" cy="180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87" b="1" i="0" spc="0">
                <a:solidFill>
                  <a:srgbClr val="092649"/>
                </a:solidFill>
                <a:latin typeface="Microsoft YaHei"/>
                <a:ea typeface="Microsoft YaHei"/>
              </a:rPr>
              <a:t>候选版本的状态机与分支机制</a:t>
            </a:r>
          </a:p>
        </p:txBody>
      </p:sp>
      <p:sp>
        <p:nvSpPr>
          <p:cNvPr id="28" name="Native M020"/>
          <p:cNvSpPr txBox="1"/>
          <p:nvPr/>
        </p:nvSpPr>
        <p:spPr>
          <a:xfrm>
            <a:off x="656619" y="4172773"/>
            <a:ext cx="848132" cy="14218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81" b="1" i="0" spc="0">
                <a:solidFill>
                  <a:srgbClr val="092649"/>
                </a:solidFill>
                <a:latin typeface="Arial"/>
                <a:ea typeface="Arial"/>
              </a:rPr>
              <a:t>Candidate</a:t>
            </a:r>
          </a:p>
        </p:txBody>
      </p:sp>
      <p:sp>
        <p:nvSpPr>
          <p:cNvPr id="29" name="Native M021"/>
          <p:cNvSpPr txBox="1"/>
          <p:nvPr/>
        </p:nvSpPr>
        <p:spPr>
          <a:xfrm>
            <a:off x="667559" y="4347771"/>
            <a:ext cx="798883" cy="14218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65" b="1" i="0" spc="0">
                <a:solidFill>
                  <a:srgbClr val="092649"/>
                </a:solidFill>
                <a:latin typeface="Microsoft YaHei"/>
                <a:ea typeface="Microsoft YaHei"/>
              </a:rPr>
              <a:t>候选版本</a:t>
            </a:r>
          </a:p>
        </p:txBody>
      </p:sp>
      <p:sp>
        <p:nvSpPr>
          <p:cNvPr id="30" name="Native M022"/>
          <p:cNvSpPr txBox="1"/>
          <p:nvPr/>
        </p:nvSpPr>
        <p:spPr>
          <a:xfrm>
            <a:off x="853600" y="4533714"/>
            <a:ext cx="410384" cy="984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4" b="0" i="0" spc="0">
                <a:solidFill>
                  <a:srgbClr val="092649"/>
                </a:solidFill>
                <a:latin typeface="Microsoft YaHei"/>
                <a:ea typeface="Microsoft YaHei"/>
              </a:rPr>
              <a:t>待评估</a:t>
            </a:r>
          </a:p>
        </p:txBody>
      </p:sp>
      <p:sp>
        <p:nvSpPr>
          <p:cNvPr id="31" name="Native M023"/>
          <p:cNvSpPr txBox="1"/>
          <p:nvPr/>
        </p:nvSpPr>
        <p:spPr>
          <a:xfrm>
            <a:off x="2456844" y="3412596"/>
            <a:ext cx="536236" cy="15312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64" b="1" i="0" spc="0">
                <a:solidFill>
                  <a:srgbClr val="092649"/>
                </a:solidFill>
                <a:latin typeface="Arial"/>
                <a:ea typeface="Arial"/>
              </a:rPr>
              <a:t>PASS</a:t>
            </a:r>
          </a:p>
        </p:txBody>
      </p:sp>
      <p:sp>
        <p:nvSpPr>
          <p:cNvPr id="32" name="Native M024"/>
          <p:cNvSpPr txBox="1"/>
          <p:nvPr/>
        </p:nvSpPr>
        <p:spPr>
          <a:xfrm>
            <a:off x="2462312" y="3565721"/>
            <a:ext cx="410384" cy="13672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7" b="0" i="0" spc="0">
                <a:solidFill>
                  <a:srgbClr val="092649"/>
                </a:solidFill>
                <a:latin typeface="Microsoft YaHei"/>
                <a:ea typeface="Microsoft YaHei"/>
              </a:rPr>
              <a:t>通过</a:t>
            </a:r>
          </a:p>
        </p:txBody>
      </p:sp>
      <p:sp>
        <p:nvSpPr>
          <p:cNvPr id="33" name="Native M025"/>
          <p:cNvSpPr txBox="1"/>
          <p:nvPr/>
        </p:nvSpPr>
        <p:spPr>
          <a:xfrm>
            <a:off x="3403464" y="3418064"/>
            <a:ext cx="1121720" cy="12578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95" b="0" i="0" spc="0">
                <a:solidFill>
                  <a:srgbClr val="092649"/>
                </a:solidFill>
                <a:latin typeface="Microsoft YaHei"/>
                <a:ea typeface="Microsoft YaHei"/>
              </a:rPr>
              <a:t>晋升当前 Approved Render</a:t>
            </a:r>
          </a:p>
        </p:txBody>
      </p:sp>
      <p:sp>
        <p:nvSpPr>
          <p:cNvPr id="34" name="Native M026"/>
          <p:cNvSpPr txBox="1"/>
          <p:nvPr/>
        </p:nvSpPr>
        <p:spPr>
          <a:xfrm>
            <a:off x="3403464" y="3620411"/>
            <a:ext cx="864545" cy="12578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83" b="0" i="0" spc="0">
                <a:solidFill>
                  <a:srgbClr val="092649"/>
                </a:solidFill>
                <a:latin typeface="Microsoft YaHei"/>
                <a:ea typeface="Microsoft YaHei"/>
              </a:rPr>
              <a:t>停止自动生成</a:t>
            </a:r>
          </a:p>
        </p:txBody>
      </p:sp>
      <p:sp>
        <p:nvSpPr>
          <p:cNvPr id="35" name="Native M027"/>
          <p:cNvSpPr txBox="1"/>
          <p:nvPr/>
        </p:nvSpPr>
        <p:spPr>
          <a:xfrm>
            <a:off x="2462314" y="4036048"/>
            <a:ext cx="514350" cy="15312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4" b="1" i="0" spc="0">
                <a:solidFill>
                  <a:srgbClr val="092649"/>
                </a:solidFill>
                <a:latin typeface="Arial"/>
                <a:ea typeface="Arial"/>
              </a:rPr>
              <a:t>REVISE</a:t>
            </a:r>
          </a:p>
        </p:txBody>
      </p:sp>
      <p:sp>
        <p:nvSpPr>
          <p:cNvPr id="36" name="Native M028"/>
          <p:cNvSpPr txBox="1"/>
          <p:nvPr/>
        </p:nvSpPr>
        <p:spPr>
          <a:xfrm>
            <a:off x="2456844" y="4194645"/>
            <a:ext cx="738694" cy="13125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71" b="0" i="0" spc="0">
                <a:solidFill>
                  <a:srgbClr val="092649"/>
                </a:solidFill>
                <a:latin typeface="Microsoft YaHei"/>
                <a:ea typeface="Microsoft YaHei"/>
              </a:rPr>
              <a:t>需要修改</a:t>
            </a:r>
          </a:p>
        </p:txBody>
      </p:sp>
      <p:sp>
        <p:nvSpPr>
          <p:cNvPr id="37" name="Native M029"/>
          <p:cNvSpPr txBox="1"/>
          <p:nvPr/>
        </p:nvSpPr>
        <p:spPr>
          <a:xfrm>
            <a:off x="3403464" y="4041520"/>
            <a:ext cx="1067004" cy="13125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22" b="0" i="0" spc="0">
                <a:solidFill>
                  <a:srgbClr val="092649"/>
                </a:solidFill>
                <a:latin typeface="Microsoft YaHei"/>
                <a:ea typeface="Microsoft YaHei"/>
              </a:rPr>
              <a:t>明确纠正增量</a:t>
            </a:r>
          </a:p>
        </p:txBody>
      </p:sp>
      <p:sp>
        <p:nvSpPr>
          <p:cNvPr id="38" name="Native M030"/>
          <p:cNvSpPr txBox="1"/>
          <p:nvPr/>
        </p:nvSpPr>
        <p:spPr>
          <a:xfrm>
            <a:off x="3403464" y="4200114"/>
            <a:ext cx="848132" cy="10938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0">
                <a:solidFill>
                  <a:srgbClr val="092649"/>
                </a:solidFill>
                <a:latin typeface="Microsoft YaHei"/>
                <a:ea typeface="Microsoft YaHei"/>
              </a:rPr>
              <a:t>具体修改点</a:t>
            </a:r>
          </a:p>
        </p:txBody>
      </p:sp>
      <p:sp>
        <p:nvSpPr>
          <p:cNvPr id="39" name="Native M031"/>
          <p:cNvSpPr txBox="1"/>
          <p:nvPr/>
        </p:nvSpPr>
        <p:spPr>
          <a:xfrm>
            <a:off x="3135344" y="4446215"/>
            <a:ext cx="979456" cy="25157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6" b="0" i="0" spc="0">
                <a:solidFill>
                  <a:srgbClr val="092649"/>
                </a:solidFill>
                <a:latin typeface="Microsoft YaHei"/>
                <a:ea typeface="Microsoft YaHei"/>
              </a:rPr>
              <a:t>返回 Candidate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6" b="0" i="0" spc="0">
                <a:solidFill>
                  <a:srgbClr val="092649"/>
                </a:solidFill>
                <a:latin typeface="Microsoft YaHei"/>
                <a:ea typeface="Microsoft YaHei"/>
              </a:rPr>
              <a:t>生成新候选版本</a:t>
            </a:r>
          </a:p>
        </p:txBody>
      </p:sp>
      <p:sp>
        <p:nvSpPr>
          <p:cNvPr id="40" name="Native M032"/>
          <p:cNvSpPr txBox="1"/>
          <p:nvPr/>
        </p:nvSpPr>
        <p:spPr>
          <a:xfrm>
            <a:off x="1094362" y="5069671"/>
            <a:ext cx="541708" cy="26797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66" b="0" i="0" spc="0">
                <a:solidFill>
                  <a:srgbClr val="092649"/>
                </a:solidFill>
                <a:latin typeface="Microsoft YaHei"/>
                <a:ea typeface="Microsoft YaHei"/>
              </a:rPr>
              <a:t>H1–H4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66" b="0" i="0" spc="0">
                <a:solidFill>
                  <a:srgbClr val="092649"/>
                </a:solidFill>
                <a:latin typeface="Microsoft YaHei"/>
                <a:ea typeface="Microsoft YaHei"/>
              </a:rPr>
              <a:t>资格审核</a:t>
            </a:r>
          </a:p>
        </p:txBody>
      </p:sp>
      <p:sp>
        <p:nvSpPr>
          <p:cNvPr id="41" name="Native M033"/>
          <p:cNvSpPr txBox="1"/>
          <p:nvPr/>
        </p:nvSpPr>
        <p:spPr>
          <a:xfrm>
            <a:off x="2462314" y="4850914"/>
            <a:ext cx="525294" cy="15312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48" b="1" i="0" spc="0">
                <a:solidFill>
                  <a:srgbClr val="092649"/>
                </a:solidFill>
                <a:latin typeface="Arial"/>
                <a:ea typeface="Arial"/>
              </a:rPr>
              <a:t>REJECT</a:t>
            </a:r>
          </a:p>
        </p:txBody>
      </p:sp>
      <p:sp>
        <p:nvSpPr>
          <p:cNvPr id="42" name="Native M034"/>
          <p:cNvSpPr txBox="1"/>
          <p:nvPr/>
        </p:nvSpPr>
        <p:spPr>
          <a:xfrm>
            <a:off x="2462312" y="5031385"/>
            <a:ext cx="547181" cy="13125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62" b="0" i="0" spc="0">
                <a:solidFill>
                  <a:srgbClr val="092649"/>
                </a:solidFill>
                <a:latin typeface="Microsoft YaHei"/>
                <a:ea typeface="Microsoft YaHei"/>
              </a:rPr>
              <a:t>不再采用</a:t>
            </a:r>
          </a:p>
        </p:txBody>
      </p:sp>
      <p:sp>
        <p:nvSpPr>
          <p:cNvPr id="43" name="Native M035"/>
          <p:cNvSpPr txBox="1"/>
          <p:nvPr/>
        </p:nvSpPr>
        <p:spPr>
          <a:xfrm>
            <a:off x="3403464" y="4839974"/>
            <a:ext cx="842660" cy="12578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87" b="0" i="0" spc="0">
                <a:solidFill>
                  <a:srgbClr val="092649"/>
                </a:solidFill>
                <a:latin typeface="Microsoft YaHei"/>
                <a:ea typeface="Microsoft YaHei"/>
              </a:rPr>
              <a:t>重规划证据</a:t>
            </a:r>
          </a:p>
        </p:txBody>
      </p:sp>
      <p:sp>
        <p:nvSpPr>
          <p:cNvPr id="44" name="Native M036"/>
          <p:cNvSpPr txBox="1"/>
          <p:nvPr/>
        </p:nvSpPr>
        <p:spPr>
          <a:xfrm>
            <a:off x="3397992" y="5009513"/>
            <a:ext cx="870018" cy="11484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4" b="0" i="0" spc="0">
                <a:solidFill>
                  <a:srgbClr val="092649"/>
                </a:solidFill>
                <a:latin typeface="Microsoft YaHei"/>
                <a:ea typeface="Microsoft YaHei"/>
              </a:rPr>
              <a:t>证明定向修订不足</a:t>
            </a:r>
          </a:p>
        </p:txBody>
      </p:sp>
      <p:sp>
        <p:nvSpPr>
          <p:cNvPr id="45" name="Native M037"/>
          <p:cNvSpPr txBox="1"/>
          <p:nvPr/>
        </p:nvSpPr>
        <p:spPr>
          <a:xfrm>
            <a:off x="3397992" y="5244678"/>
            <a:ext cx="815301" cy="12578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 spc="0">
                <a:solidFill>
                  <a:srgbClr val="092649"/>
                </a:solidFill>
                <a:latin typeface="Microsoft YaHei"/>
                <a:ea typeface="Microsoft YaHei"/>
              </a:rPr>
              <a:t>回到视觉规划</a:t>
            </a:r>
          </a:p>
        </p:txBody>
      </p:sp>
      <p:sp>
        <p:nvSpPr>
          <p:cNvPr id="46" name="Native M038"/>
          <p:cNvSpPr txBox="1"/>
          <p:nvPr/>
        </p:nvSpPr>
        <p:spPr>
          <a:xfrm>
            <a:off x="3397992" y="5425144"/>
            <a:ext cx="908322" cy="10938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0">
                <a:solidFill>
                  <a:srgbClr val="092649"/>
                </a:solidFill>
                <a:latin typeface="Microsoft YaHei"/>
                <a:ea typeface="Microsoft YaHei"/>
              </a:rPr>
              <a:t>重新制定方向</a:t>
            </a:r>
          </a:p>
        </p:txBody>
      </p:sp>
      <p:sp>
        <p:nvSpPr>
          <p:cNvPr id="47" name="Native M039"/>
          <p:cNvSpPr txBox="1"/>
          <p:nvPr/>
        </p:nvSpPr>
        <p:spPr>
          <a:xfrm>
            <a:off x="1980248" y="5780626"/>
            <a:ext cx="3103063" cy="13672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61" b="0" i="0" spc="0">
                <a:solidFill>
                  <a:srgbClr val="092649"/>
                </a:solidFill>
                <a:latin typeface="Microsoft YaHei"/>
                <a:ea typeface="Microsoft YaHei"/>
              </a:rPr>
              <a:t>用户要求新版本：替代稿通过前，旧版仍为当前版本</a:t>
            </a:r>
          </a:p>
        </p:txBody>
      </p:sp>
      <p:sp>
        <p:nvSpPr>
          <p:cNvPr id="48" name="Native M040"/>
          <p:cNvSpPr txBox="1"/>
          <p:nvPr/>
        </p:nvSpPr>
        <p:spPr>
          <a:xfrm>
            <a:off x="213399" y="6272830"/>
            <a:ext cx="131324" cy="16953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63" b="1" i="0" spc="0">
                <a:solidFill>
                  <a:srgbClr val="FFFFF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49" name="Native M041"/>
          <p:cNvSpPr txBox="1"/>
          <p:nvPr/>
        </p:nvSpPr>
        <p:spPr>
          <a:xfrm>
            <a:off x="519823" y="6261893"/>
            <a:ext cx="3025911" cy="18594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80" b="1" i="0" spc="0">
                <a:solidFill>
                  <a:srgbClr val="092649"/>
                </a:solidFill>
                <a:latin typeface="Microsoft YaHei"/>
                <a:ea typeface="Microsoft YaHei"/>
              </a:rPr>
              <a:t>页级当前版本账本与局部修改</a:t>
            </a:r>
          </a:p>
        </p:txBody>
      </p:sp>
      <p:sp>
        <p:nvSpPr>
          <p:cNvPr id="50" name="Native M042"/>
          <p:cNvSpPr txBox="1"/>
          <p:nvPr/>
        </p:nvSpPr>
        <p:spPr>
          <a:xfrm>
            <a:off x="257175" y="6786905"/>
            <a:ext cx="142269" cy="12031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7" b="0" i="0" spc="0">
                <a:solidFill>
                  <a:srgbClr val="092649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51" name="Native M043"/>
          <p:cNvSpPr txBox="1"/>
          <p:nvPr/>
        </p:nvSpPr>
        <p:spPr>
          <a:xfrm>
            <a:off x="853600" y="6781437"/>
            <a:ext cx="158682" cy="12031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23" b="0" i="0" spc="0">
                <a:solidFill>
                  <a:srgbClr val="092649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52" name="Native M044"/>
          <p:cNvSpPr txBox="1"/>
          <p:nvPr/>
        </p:nvSpPr>
        <p:spPr>
          <a:xfrm>
            <a:off x="1488333" y="6781437"/>
            <a:ext cx="153209" cy="12031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 i="0" spc="0">
                <a:solidFill>
                  <a:srgbClr val="092649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53" name="Native M045"/>
          <p:cNvSpPr txBox="1"/>
          <p:nvPr/>
        </p:nvSpPr>
        <p:spPr>
          <a:xfrm>
            <a:off x="2128535" y="6781437"/>
            <a:ext cx="158682" cy="12031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23" b="0" i="0" spc="0">
                <a:solidFill>
                  <a:srgbClr val="092649"/>
                </a:solidFill>
                <a:latin typeface="Arial"/>
                <a:ea typeface="Arial"/>
              </a:rPr>
              <a:t>04</a:t>
            </a:r>
          </a:p>
        </p:txBody>
      </p:sp>
      <p:sp>
        <p:nvSpPr>
          <p:cNvPr id="54" name="Native M046"/>
          <p:cNvSpPr txBox="1"/>
          <p:nvPr/>
        </p:nvSpPr>
        <p:spPr>
          <a:xfrm>
            <a:off x="2763263" y="6781437"/>
            <a:ext cx="158682" cy="12031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23" b="0" i="0" spc="0">
                <a:solidFill>
                  <a:srgbClr val="092649"/>
                </a:solidFill>
                <a:latin typeface="Arial"/>
                <a:ea typeface="Arial"/>
              </a:rPr>
              <a:t>05</a:t>
            </a:r>
          </a:p>
        </p:txBody>
      </p:sp>
      <p:sp>
        <p:nvSpPr>
          <p:cNvPr id="55" name="Native M047"/>
          <p:cNvSpPr txBox="1"/>
          <p:nvPr/>
        </p:nvSpPr>
        <p:spPr>
          <a:xfrm>
            <a:off x="1050586" y="7782248"/>
            <a:ext cx="1296820" cy="13125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27" b="0" i="0" spc="0">
                <a:solidFill>
                  <a:srgbClr val="092649"/>
                </a:solidFill>
                <a:latin typeface="Microsoft YaHei"/>
                <a:ea typeface="Microsoft YaHei"/>
              </a:rPr>
              <a:t>局部修改只重开指定页</a:t>
            </a:r>
          </a:p>
        </p:txBody>
      </p:sp>
      <p:sp>
        <p:nvSpPr>
          <p:cNvPr id="56" name="Native M048"/>
          <p:cNvSpPr txBox="1"/>
          <p:nvPr/>
        </p:nvSpPr>
        <p:spPr>
          <a:xfrm>
            <a:off x="3726301" y="6573622"/>
            <a:ext cx="1335119" cy="28437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 spc="0">
                <a:solidFill>
                  <a:srgbClr val="092649"/>
                </a:solidFill>
                <a:latin typeface="Microsoft YaHei"/>
                <a:ea typeface="Microsoft YaHei"/>
              </a:rPr>
              <a:t>正式展示：按稳定页序汇总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 spc="0">
                <a:solidFill>
                  <a:srgbClr val="092649"/>
                </a:solidFill>
                <a:latin typeface="Microsoft YaHei"/>
                <a:ea typeface="Microsoft YaHei"/>
              </a:rPr>
              <a:t>当前 Approved Render</a:t>
            </a:r>
          </a:p>
        </p:txBody>
      </p:sp>
      <p:sp>
        <p:nvSpPr>
          <p:cNvPr id="57" name="Native M049"/>
          <p:cNvSpPr txBox="1"/>
          <p:nvPr/>
        </p:nvSpPr>
        <p:spPr>
          <a:xfrm>
            <a:off x="3726301" y="7005657"/>
            <a:ext cx="1206531" cy="2406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30" b="0" i="0" spc="0">
                <a:solidFill>
                  <a:srgbClr val="092649"/>
                </a:solidFill>
                <a:latin typeface="Microsoft YaHei"/>
                <a:ea typeface="Microsoft YaHei"/>
              </a:rPr>
              <a:t>重新批准：任何当前版本变化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30" b="0" i="0" spc="0">
                <a:solidFill>
                  <a:srgbClr val="092649"/>
                </a:solidFill>
                <a:latin typeface="Microsoft YaHei"/>
                <a:ea typeface="Microsoft YaHei"/>
              </a:rPr>
              <a:t>都需完整展示</a:t>
            </a:r>
          </a:p>
        </p:txBody>
      </p:sp>
      <p:sp>
        <p:nvSpPr>
          <p:cNvPr id="58" name="Native M050"/>
          <p:cNvSpPr txBox="1"/>
          <p:nvPr/>
        </p:nvSpPr>
        <p:spPr>
          <a:xfrm>
            <a:off x="3726301" y="7415830"/>
            <a:ext cx="1346064" cy="26250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3" b="0" i="0" spc="0">
                <a:solidFill>
                  <a:srgbClr val="092649"/>
                </a:solidFill>
                <a:latin typeface="Microsoft YaHei"/>
                <a:ea typeface="Microsoft YaHei"/>
              </a:rPr>
              <a:t>断点续作：检查 lineage、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3" b="0" i="0" spc="0">
                <a:solidFill>
                  <a:srgbClr val="092649"/>
                </a:solidFill>
                <a:latin typeface="Microsoft YaHei"/>
                <a:ea typeface="Microsoft YaHei"/>
              </a:rPr>
              <a:t>fingerprint 与有效资产</a:t>
            </a:r>
          </a:p>
        </p:txBody>
      </p:sp>
      <p:sp>
        <p:nvSpPr>
          <p:cNvPr id="59" name="Native M051"/>
          <p:cNvSpPr txBox="1"/>
          <p:nvPr/>
        </p:nvSpPr>
        <p:spPr>
          <a:xfrm>
            <a:off x="3726301" y="7886151"/>
            <a:ext cx="1335119" cy="12031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 spc="0">
                <a:solidFill>
                  <a:srgbClr val="092649"/>
                </a:solidFill>
                <a:latin typeface="Microsoft YaHei"/>
                <a:ea typeface="Microsoft YaHei"/>
              </a:rPr>
              <a:t>从最早未解决状态继续</a:t>
            </a:r>
          </a:p>
        </p:txBody>
      </p:sp>
      <p:sp>
        <p:nvSpPr>
          <p:cNvPr id="60" name="Native M052"/>
          <p:cNvSpPr txBox="1"/>
          <p:nvPr/>
        </p:nvSpPr>
        <p:spPr>
          <a:xfrm>
            <a:off x="2150420" y="8170539"/>
            <a:ext cx="207931" cy="9296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5" b="0" i="0" spc="0">
                <a:solidFill>
                  <a:srgbClr val="092649"/>
                </a:solidFill>
                <a:latin typeface="Microsoft YaHei"/>
                <a:ea typeface="Microsoft YaHei"/>
              </a:rPr>
              <a:t>01 ✓</a:t>
            </a:r>
          </a:p>
        </p:txBody>
      </p:sp>
      <p:sp>
        <p:nvSpPr>
          <p:cNvPr id="61" name="Native M053"/>
          <p:cNvSpPr txBox="1"/>
          <p:nvPr/>
        </p:nvSpPr>
        <p:spPr>
          <a:xfrm>
            <a:off x="2150420" y="8301792"/>
            <a:ext cx="207931" cy="9296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5" b="0" i="0" spc="0">
                <a:solidFill>
                  <a:srgbClr val="092649"/>
                </a:solidFill>
                <a:latin typeface="Microsoft YaHei"/>
                <a:ea typeface="Microsoft YaHei"/>
              </a:rPr>
              <a:t>02 ✓</a:t>
            </a:r>
          </a:p>
        </p:txBody>
      </p:sp>
      <p:sp>
        <p:nvSpPr>
          <p:cNvPr id="62" name="Native M054"/>
          <p:cNvSpPr txBox="1"/>
          <p:nvPr/>
        </p:nvSpPr>
        <p:spPr>
          <a:xfrm>
            <a:off x="2172306" y="8449449"/>
            <a:ext cx="147737" cy="9296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 spc="0">
                <a:solidFill>
                  <a:srgbClr val="092649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63" name="Native M055"/>
          <p:cNvSpPr txBox="1"/>
          <p:nvPr/>
        </p:nvSpPr>
        <p:spPr>
          <a:xfrm>
            <a:off x="2188724" y="8580702"/>
            <a:ext cx="147737" cy="9296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 spc="0">
                <a:solidFill>
                  <a:srgbClr val="092649"/>
                </a:solidFill>
                <a:latin typeface="Arial"/>
                <a:ea typeface="Arial"/>
              </a:rPr>
              <a:t>04</a:t>
            </a:r>
          </a:p>
        </p:txBody>
      </p:sp>
      <p:sp>
        <p:nvSpPr>
          <p:cNvPr id="64" name="Native M056"/>
          <p:cNvSpPr txBox="1"/>
          <p:nvPr/>
        </p:nvSpPr>
        <p:spPr>
          <a:xfrm>
            <a:off x="2194197" y="8711955"/>
            <a:ext cx="147737" cy="9296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 spc="0">
                <a:solidFill>
                  <a:srgbClr val="092649"/>
                </a:solidFill>
                <a:latin typeface="Arial"/>
                <a:ea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40256010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143500" cy="9144000"/>
          </a:xfrm>
          <a:prstGeom prst="rect">
            <a:avLst/>
          </a:prstGeom>
        </p:spPr>
      </p:pic>
      <p:pic>
        <p:nvPicPr>
          <p:cNvPr id="3" name="Foreground 01 - source-art" descr="foreground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54" y="744279"/>
            <a:ext cx="1493490" cy="956930"/>
          </a:xfrm>
          <a:prstGeom prst="rect">
            <a:avLst/>
          </a:prstGeom>
        </p:spPr>
      </p:pic>
      <p:pic>
        <p:nvPicPr>
          <p:cNvPr id="4" name="Foreground 02 - manifest-stack" descr="foreground_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42207" y="744279"/>
            <a:ext cx="1379637" cy="1056610"/>
          </a:xfrm>
          <a:prstGeom prst="rect">
            <a:avLst/>
          </a:prstGeom>
        </p:spPr>
      </p:pic>
      <p:pic>
        <p:nvPicPr>
          <p:cNvPr id="5" name="Foreground 03 - clean-art" descr="foreground_0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6156" y="744279"/>
            <a:ext cx="1178719" cy="956930"/>
          </a:xfrm>
          <a:prstGeom prst="rect">
            <a:avLst/>
          </a:prstGeom>
        </p:spPr>
      </p:pic>
      <p:pic>
        <p:nvPicPr>
          <p:cNvPr id="6" name="Foreground 04 - magic-editor" descr="foreground_0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4037" y="2372390"/>
            <a:ext cx="2417713" cy="1661337"/>
          </a:xfrm>
          <a:prstGeom prst="rect">
            <a:avLst/>
          </a:prstGeom>
        </p:spPr>
      </p:pic>
      <p:pic>
        <p:nvPicPr>
          <p:cNvPr id="7" name="Foreground 05 - magic-restore" descr="foreground_0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156" y="4146698"/>
            <a:ext cx="2464594" cy="1375587"/>
          </a:xfrm>
          <a:prstGeom prst="rect">
            <a:avLst/>
          </a:prstGeom>
        </p:spPr>
      </p:pic>
      <p:pic>
        <p:nvPicPr>
          <p:cNvPr id="8" name="Foreground 06 - image-layers" descr="foreground_0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78906" y="2445488"/>
            <a:ext cx="2357438" cy="3508744"/>
          </a:xfrm>
          <a:prstGeom prst="rect">
            <a:avLst/>
          </a:prstGeom>
        </p:spPr>
      </p:pic>
      <p:sp>
        <p:nvSpPr>
          <p:cNvPr id="9" name="Native M001"/>
          <p:cNvSpPr txBox="1"/>
          <p:nvPr/>
        </p:nvSpPr>
        <p:spPr>
          <a:xfrm>
            <a:off x="185845" y="191411"/>
            <a:ext cx="3509168" cy="16953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86" b="1" i="0" spc="0">
                <a:solidFill>
                  <a:srgbClr val="10151F"/>
                </a:solidFill>
                <a:latin typeface="Microsoft YaHei"/>
                <a:ea typeface="Microsoft YaHei"/>
              </a:rPr>
              <a:t>双重建分支：视觉基准进入可编辑 PowerPoint</a:t>
            </a:r>
          </a:p>
        </p:txBody>
      </p:sp>
      <p:sp>
        <p:nvSpPr>
          <p:cNvPr id="10" name="Native M002"/>
          <p:cNvSpPr txBox="1"/>
          <p:nvPr/>
        </p:nvSpPr>
        <p:spPr>
          <a:xfrm>
            <a:off x="4006576" y="196879"/>
            <a:ext cx="983880" cy="14218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29" b="1" i="0" spc="0">
                <a:solidFill>
                  <a:srgbClr val="0046F5"/>
                </a:solidFill>
                <a:latin typeface="Arial"/>
                <a:ea typeface="Arial"/>
              </a:rPr>
              <a:t>ZAnchorFlow / 04</a:t>
            </a:r>
          </a:p>
        </p:txBody>
      </p:sp>
      <p:sp>
        <p:nvSpPr>
          <p:cNvPr id="11" name="Native M003"/>
          <p:cNvSpPr txBox="1"/>
          <p:nvPr/>
        </p:nvSpPr>
        <p:spPr>
          <a:xfrm>
            <a:off x="245967" y="563298"/>
            <a:ext cx="1393827" cy="15312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4" b="1" i="0" spc="0">
                <a:solidFill>
                  <a:srgbClr val="FFFFFF"/>
                </a:solidFill>
                <a:latin typeface="Microsoft YaHei"/>
                <a:ea typeface="Microsoft YaHei"/>
              </a:rPr>
              <a:t>共享准备流程</a:t>
            </a:r>
          </a:p>
        </p:txBody>
      </p:sp>
      <p:sp>
        <p:nvSpPr>
          <p:cNvPr id="12" name="Native M004"/>
          <p:cNvSpPr txBox="1"/>
          <p:nvPr/>
        </p:nvSpPr>
        <p:spPr>
          <a:xfrm>
            <a:off x="1847504" y="568766"/>
            <a:ext cx="3153876" cy="13672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6" b="0" i="0" spc="0">
                <a:solidFill>
                  <a:srgbClr val="10151F"/>
                </a:solidFill>
                <a:latin typeface="Microsoft YaHei"/>
                <a:ea typeface="Microsoft YaHei"/>
              </a:rPr>
              <a:t>先完成共享文字准备，再明确选择重建分支</a:t>
            </a:r>
          </a:p>
        </p:txBody>
      </p:sp>
      <p:sp>
        <p:nvSpPr>
          <p:cNvPr id="13" name="Native M005"/>
          <p:cNvSpPr txBox="1"/>
          <p:nvPr/>
        </p:nvSpPr>
        <p:spPr>
          <a:xfrm>
            <a:off x="1508614" y="967995"/>
            <a:ext cx="442745" cy="2406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6" b="1" i="0" spc="0">
                <a:solidFill>
                  <a:srgbClr val="10151F"/>
                </a:solidFill>
                <a:latin typeface="Arial"/>
                <a:ea typeface="Arial"/>
              </a:rPr>
              <a:t>Approved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6" b="1" i="0" spc="0">
                <a:solidFill>
                  <a:srgbClr val="10151F"/>
                </a:solidFill>
                <a:latin typeface="Arial"/>
                <a:ea typeface="Arial"/>
              </a:rPr>
              <a:t>Render</a:t>
            </a:r>
          </a:p>
        </p:txBody>
      </p:sp>
      <p:sp>
        <p:nvSpPr>
          <p:cNvPr id="14" name="Native M006"/>
          <p:cNvSpPr txBox="1"/>
          <p:nvPr/>
        </p:nvSpPr>
        <p:spPr>
          <a:xfrm>
            <a:off x="2115340" y="918775"/>
            <a:ext cx="475541" cy="26250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2" b="1" i="0" spc="0">
                <a:solidFill>
                  <a:srgbClr val="10151F"/>
                </a:solidFill>
                <a:latin typeface="Arial"/>
                <a:ea typeface="Arial"/>
              </a:rPr>
              <a:t>Text Manifest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2" b="1" i="0" spc="0">
                <a:solidFill>
                  <a:srgbClr val="10151F"/>
                </a:solidFill>
                <a:latin typeface="Arial"/>
                <a:ea typeface="Arial"/>
              </a:rPr>
              <a:t>/ Removal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2" b="1" i="0" spc="0">
                <a:solidFill>
                  <a:srgbClr val="10151F"/>
                </a:solidFill>
                <a:latin typeface="Arial"/>
                <a:ea typeface="Arial"/>
              </a:rPr>
              <a:t>Inventory</a:t>
            </a:r>
          </a:p>
        </p:txBody>
      </p:sp>
      <p:sp>
        <p:nvSpPr>
          <p:cNvPr id="15" name="Native M007"/>
          <p:cNvSpPr txBox="1"/>
          <p:nvPr/>
        </p:nvSpPr>
        <p:spPr>
          <a:xfrm>
            <a:off x="4585969" y="967995"/>
            <a:ext cx="459143" cy="35547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17" b="1" i="0" spc="0">
                <a:solidFill>
                  <a:srgbClr val="10151F"/>
                </a:solidFill>
                <a:latin typeface="Arial"/>
                <a:ea typeface="Arial"/>
              </a:rPr>
              <a:t>Formal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17" b="1" i="0" spc="0">
                <a:solidFill>
                  <a:srgbClr val="10151F"/>
                </a:solidFill>
                <a:latin typeface="Arial"/>
                <a:ea typeface="Arial"/>
              </a:rPr>
              <a:t>Text-Clean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17" b="1" i="0" spc="0">
                <a:solidFill>
                  <a:srgbClr val="10151F"/>
                </a:solidFill>
                <a:latin typeface="Arial"/>
                <a:ea typeface="Arial"/>
              </a:rPr>
              <a:t>Render</a:t>
            </a:r>
          </a:p>
        </p:txBody>
      </p:sp>
      <p:sp>
        <p:nvSpPr>
          <p:cNvPr id="16" name="Native M008"/>
          <p:cNvSpPr txBox="1"/>
          <p:nvPr/>
        </p:nvSpPr>
        <p:spPr>
          <a:xfrm>
            <a:off x="2825919" y="842211"/>
            <a:ext cx="333426" cy="10937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6" b="0" i="0" spc="0">
                <a:solidFill>
                  <a:srgbClr val="10151F"/>
                </a:solidFill>
                <a:latin typeface="Microsoft YaHei"/>
                <a:ea typeface="Microsoft YaHei"/>
              </a:rPr>
              <a:t>山水相融</a:t>
            </a:r>
          </a:p>
        </p:txBody>
      </p:sp>
      <p:sp>
        <p:nvSpPr>
          <p:cNvPr id="17" name="Native M009"/>
          <p:cNvSpPr txBox="1"/>
          <p:nvPr/>
        </p:nvSpPr>
        <p:spPr>
          <a:xfrm>
            <a:off x="2853249" y="1039091"/>
            <a:ext cx="382620" cy="10937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10" b="0" i="0" spc="0">
                <a:solidFill>
                  <a:srgbClr val="10151F"/>
                </a:solidFill>
                <a:latin typeface="Microsoft YaHei"/>
                <a:ea typeface="Microsoft YaHei"/>
              </a:rPr>
              <a:t>文化传承</a:t>
            </a:r>
          </a:p>
        </p:txBody>
      </p:sp>
      <p:sp>
        <p:nvSpPr>
          <p:cNvPr id="18" name="Native M010"/>
          <p:cNvSpPr txBox="1"/>
          <p:nvPr/>
        </p:nvSpPr>
        <p:spPr>
          <a:xfrm>
            <a:off x="2836851" y="1230502"/>
            <a:ext cx="333426" cy="1039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6" b="0" i="0" spc="0">
                <a:solidFill>
                  <a:srgbClr val="10151F"/>
                </a:solidFill>
                <a:latin typeface="Microsoft YaHei"/>
                <a:ea typeface="Microsoft YaHei"/>
              </a:rPr>
              <a:t>创新发展</a:t>
            </a:r>
          </a:p>
        </p:txBody>
      </p:sp>
      <p:sp>
        <p:nvSpPr>
          <p:cNvPr id="19" name="Native M011"/>
          <p:cNvSpPr txBox="1"/>
          <p:nvPr/>
        </p:nvSpPr>
        <p:spPr>
          <a:xfrm>
            <a:off x="245967" y="1968804"/>
            <a:ext cx="1956824" cy="19687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 i="0" spc="0">
                <a:solidFill>
                  <a:srgbClr val="FFFFFF"/>
                </a:solidFill>
                <a:latin typeface="Microsoft YaHei"/>
                <a:ea typeface="Microsoft YaHei"/>
              </a:rPr>
              <a:t>Magic Layer 分支</a:t>
            </a:r>
          </a:p>
        </p:txBody>
      </p:sp>
      <p:sp>
        <p:nvSpPr>
          <p:cNvPr id="20" name="Native M012"/>
          <p:cNvSpPr txBox="1"/>
          <p:nvPr/>
        </p:nvSpPr>
        <p:spPr>
          <a:xfrm>
            <a:off x="2771261" y="1968804"/>
            <a:ext cx="2191861" cy="19687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 i="0" spc="0">
                <a:solidFill>
                  <a:srgbClr val="FFFFFF"/>
                </a:solidFill>
                <a:latin typeface="Microsoft YaHei"/>
                <a:ea typeface="Microsoft YaHei"/>
              </a:rPr>
              <a:t>Image Layer 分支</a:t>
            </a:r>
          </a:p>
        </p:txBody>
      </p:sp>
      <p:sp>
        <p:nvSpPr>
          <p:cNvPr id="21" name="Native M013"/>
          <p:cNvSpPr txBox="1"/>
          <p:nvPr/>
        </p:nvSpPr>
        <p:spPr>
          <a:xfrm>
            <a:off x="235037" y="2291468"/>
            <a:ext cx="87455" cy="13672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38" b="0" i="0" spc="0">
                <a:solidFill>
                  <a:srgbClr val="0053E5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22" name="Native M014"/>
          <p:cNvSpPr txBox="1"/>
          <p:nvPr/>
        </p:nvSpPr>
        <p:spPr>
          <a:xfrm>
            <a:off x="448210" y="2280532"/>
            <a:ext cx="1470352" cy="15859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9" b="1" i="0" spc="0">
                <a:solidFill>
                  <a:srgbClr val="10151F"/>
                </a:solidFill>
                <a:latin typeface="Microsoft YaHei"/>
                <a:ea typeface="Microsoft YaHei"/>
              </a:rPr>
              <a:t>Canva 恢复结构</a:t>
            </a:r>
          </a:p>
        </p:txBody>
      </p:sp>
      <p:sp>
        <p:nvSpPr>
          <p:cNvPr id="23" name="Native M015"/>
          <p:cNvSpPr txBox="1"/>
          <p:nvPr/>
        </p:nvSpPr>
        <p:spPr>
          <a:xfrm>
            <a:off x="967481" y="2821952"/>
            <a:ext cx="634055" cy="1750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48" b="1" i="0" spc="0">
                <a:solidFill>
                  <a:srgbClr val="10151F"/>
                </a:solidFill>
                <a:latin typeface="Microsoft YaHei"/>
                <a:ea typeface="Microsoft YaHei"/>
              </a:rPr>
              <a:t>山水相融</a:t>
            </a:r>
          </a:p>
        </p:txBody>
      </p:sp>
      <p:sp>
        <p:nvSpPr>
          <p:cNvPr id="24" name="Native M016"/>
          <p:cNvSpPr txBox="1"/>
          <p:nvPr/>
        </p:nvSpPr>
        <p:spPr>
          <a:xfrm>
            <a:off x="1317304" y="3084459"/>
            <a:ext cx="404484" cy="13672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6" b="0" i="0" spc="0">
                <a:solidFill>
                  <a:srgbClr val="10151F"/>
                </a:solidFill>
                <a:latin typeface="Microsoft YaHei"/>
                <a:ea typeface="Microsoft YaHei"/>
              </a:rPr>
              <a:t>文化传承</a:t>
            </a:r>
          </a:p>
        </p:txBody>
      </p:sp>
      <p:sp>
        <p:nvSpPr>
          <p:cNvPr id="25" name="Native M017"/>
          <p:cNvSpPr txBox="1"/>
          <p:nvPr/>
        </p:nvSpPr>
        <p:spPr>
          <a:xfrm>
            <a:off x="1486750" y="3281340"/>
            <a:ext cx="366222" cy="12578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 spc="0">
                <a:solidFill>
                  <a:srgbClr val="10151F"/>
                </a:solidFill>
                <a:latin typeface="Microsoft YaHei"/>
                <a:ea typeface="Microsoft YaHei"/>
              </a:rPr>
              <a:t>创新发展</a:t>
            </a:r>
          </a:p>
        </p:txBody>
      </p:sp>
      <p:sp>
        <p:nvSpPr>
          <p:cNvPr id="26" name="Native M018"/>
          <p:cNvSpPr txBox="1"/>
          <p:nvPr/>
        </p:nvSpPr>
        <p:spPr>
          <a:xfrm>
            <a:off x="224107" y="4052456"/>
            <a:ext cx="103852" cy="14218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85" b="1" i="0" spc="0">
                <a:solidFill>
                  <a:srgbClr val="0053E5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27" name="Native M019"/>
          <p:cNvSpPr txBox="1"/>
          <p:nvPr/>
        </p:nvSpPr>
        <p:spPr>
          <a:xfrm>
            <a:off x="448210" y="4046988"/>
            <a:ext cx="1984157" cy="15312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9" b="1" i="0" spc="0">
                <a:solidFill>
                  <a:srgbClr val="10151F"/>
                </a:solidFill>
                <a:latin typeface="Microsoft YaHei"/>
                <a:ea typeface="Microsoft YaHei"/>
              </a:rPr>
              <a:t>依 Content Truth 复原文字</a:t>
            </a:r>
          </a:p>
        </p:txBody>
      </p:sp>
      <p:sp>
        <p:nvSpPr>
          <p:cNvPr id="28" name="Native M020"/>
          <p:cNvSpPr txBox="1"/>
          <p:nvPr/>
        </p:nvSpPr>
        <p:spPr>
          <a:xfrm>
            <a:off x="464609" y="4435278"/>
            <a:ext cx="841763" cy="19141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27" b="1" i="0" spc="0">
                <a:solidFill>
                  <a:srgbClr val="10151F"/>
                </a:solidFill>
                <a:latin typeface="Microsoft YaHei"/>
                <a:ea typeface="Microsoft YaHei"/>
              </a:rPr>
              <a:t>山水相融</a:t>
            </a:r>
          </a:p>
        </p:txBody>
      </p:sp>
      <p:sp>
        <p:nvSpPr>
          <p:cNvPr id="29" name="Native M021"/>
          <p:cNvSpPr txBox="1"/>
          <p:nvPr/>
        </p:nvSpPr>
        <p:spPr>
          <a:xfrm>
            <a:off x="880025" y="4807163"/>
            <a:ext cx="584861" cy="15312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9" b="0" i="0" spc="0">
                <a:solidFill>
                  <a:srgbClr val="10151F"/>
                </a:solidFill>
                <a:latin typeface="Microsoft YaHei"/>
                <a:ea typeface="Microsoft YaHei"/>
              </a:rPr>
              <a:t>文化传承</a:t>
            </a:r>
          </a:p>
        </p:txBody>
      </p:sp>
      <p:sp>
        <p:nvSpPr>
          <p:cNvPr id="30" name="Native M022"/>
          <p:cNvSpPr txBox="1"/>
          <p:nvPr/>
        </p:nvSpPr>
        <p:spPr>
          <a:xfrm>
            <a:off x="1060403" y="5042325"/>
            <a:ext cx="453677" cy="1203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92" b="0" i="0" spc="0">
                <a:solidFill>
                  <a:srgbClr val="10151F"/>
                </a:solidFill>
                <a:latin typeface="Microsoft YaHei"/>
                <a:ea typeface="Microsoft YaHei"/>
              </a:rPr>
              <a:t>创新发展</a:t>
            </a:r>
          </a:p>
        </p:txBody>
      </p:sp>
      <p:sp>
        <p:nvSpPr>
          <p:cNvPr id="31" name="Native M023"/>
          <p:cNvSpPr txBox="1"/>
          <p:nvPr/>
        </p:nvSpPr>
        <p:spPr>
          <a:xfrm>
            <a:off x="1973224" y="4391526"/>
            <a:ext cx="322494" cy="13125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34" b="0" i="0" spc="0">
                <a:solidFill>
                  <a:srgbClr val="10151F"/>
                </a:solidFill>
                <a:latin typeface="Microsoft YaHei"/>
                <a:ea typeface="Microsoft YaHei"/>
              </a:rPr>
              <a:t>山水相融</a:t>
            </a:r>
          </a:p>
        </p:txBody>
      </p:sp>
      <p:sp>
        <p:nvSpPr>
          <p:cNvPr id="32" name="Native M024"/>
          <p:cNvSpPr txBox="1"/>
          <p:nvPr/>
        </p:nvSpPr>
        <p:spPr>
          <a:xfrm>
            <a:off x="2000554" y="4675909"/>
            <a:ext cx="306096" cy="10937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2" b="0" i="0" spc="0">
                <a:solidFill>
                  <a:srgbClr val="10151F"/>
                </a:solidFill>
                <a:latin typeface="Microsoft YaHei"/>
                <a:ea typeface="Microsoft YaHei"/>
              </a:rPr>
              <a:t>文化传承</a:t>
            </a:r>
          </a:p>
        </p:txBody>
      </p:sp>
      <p:sp>
        <p:nvSpPr>
          <p:cNvPr id="33" name="Native M025"/>
          <p:cNvSpPr txBox="1"/>
          <p:nvPr/>
        </p:nvSpPr>
        <p:spPr>
          <a:xfrm>
            <a:off x="2006020" y="4949354"/>
            <a:ext cx="306096" cy="10937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2" b="0" i="0" spc="0">
                <a:solidFill>
                  <a:srgbClr val="10151F"/>
                </a:solidFill>
                <a:latin typeface="Microsoft YaHei"/>
                <a:ea typeface="Microsoft YaHei"/>
              </a:rPr>
              <a:t>创新发展</a:t>
            </a:r>
          </a:p>
        </p:txBody>
      </p:sp>
      <p:sp>
        <p:nvSpPr>
          <p:cNvPr id="34" name="Native M026"/>
          <p:cNvSpPr txBox="1"/>
          <p:nvPr/>
        </p:nvSpPr>
        <p:spPr>
          <a:xfrm>
            <a:off x="224107" y="5665778"/>
            <a:ext cx="109320" cy="14218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66" b="1" i="0" spc="0">
                <a:solidFill>
                  <a:srgbClr val="0053E5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35" name="Native M027"/>
          <p:cNvSpPr txBox="1"/>
          <p:nvPr/>
        </p:nvSpPr>
        <p:spPr>
          <a:xfrm>
            <a:off x="448210" y="5654842"/>
            <a:ext cx="2027881" cy="16407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4" b="1" i="0" spc="0">
                <a:solidFill>
                  <a:srgbClr val="10151F"/>
                </a:solidFill>
                <a:latin typeface="Microsoft YaHei"/>
                <a:ea typeface="Microsoft YaHei"/>
              </a:rPr>
              <a:t>来源证据绑定单页文件</a:t>
            </a:r>
          </a:p>
        </p:txBody>
      </p:sp>
      <p:sp>
        <p:nvSpPr>
          <p:cNvPr id="36" name="Native M028"/>
          <p:cNvSpPr txBox="1"/>
          <p:nvPr/>
        </p:nvSpPr>
        <p:spPr>
          <a:xfrm>
            <a:off x="1760049" y="6125163"/>
            <a:ext cx="393550" cy="1039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 i="0" spc="0">
                <a:solidFill>
                  <a:srgbClr val="10151F"/>
                </a:solidFill>
                <a:latin typeface="Microsoft YaHei"/>
                <a:ea typeface="Microsoft YaHei"/>
              </a:rPr>
              <a:t>山水相融</a:t>
            </a:r>
          </a:p>
        </p:txBody>
      </p:sp>
      <p:sp>
        <p:nvSpPr>
          <p:cNvPr id="37" name="Native M029"/>
          <p:cNvSpPr txBox="1"/>
          <p:nvPr/>
        </p:nvSpPr>
        <p:spPr>
          <a:xfrm>
            <a:off x="1781914" y="6267362"/>
            <a:ext cx="404485" cy="1039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10" b="0" i="0" spc="0">
                <a:solidFill>
                  <a:srgbClr val="10151F"/>
                </a:solidFill>
                <a:latin typeface="Microsoft YaHei"/>
                <a:ea typeface="Microsoft YaHei"/>
              </a:rPr>
              <a:t>文化传承</a:t>
            </a:r>
          </a:p>
        </p:txBody>
      </p:sp>
      <p:sp>
        <p:nvSpPr>
          <p:cNvPr id="38" name="Native M030"/>
          <p:cNvSpPr txBox="1"/>
          <p:nvPr/>
        </p:nvSpPr>
        <p:spPr>
          <a:xfrm>
            <a:off x="1880304" y="6398615"/>
            <a:ext cx="393550" cy="874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4" b="0" i="0" spc="0">
                <a:solidFill>
                  <a:srgbClr val="10151F"/>
                </a:solidFill>
                <a:latin typeface="Microsoft YaHei"/>
                <a:ea typeface="Microsoft YaHei"/>
              </a:rPr>
              <a:t>创新发展</a:t>
            </a:r>
          </a:p>
        </p:txBody>
      </p:sp>
      <p:sp>
        <p:nvSpPr>
          <p:cNvPr id="39" name="Native M031"/>
          <p:cNvSpPr txBox="1"/>
          <p:nvPr/>
        </p:nvSpPr>
        <p:spPr>
          <a:xfrm>
            <a:off x="2814986" y="2291468"/>
            <a:ext cx="87455" cy="13672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38" b="0" i="0" spc="0">
                <a:solidFill>
                  <a:srgbClr val="DC4D23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40" name="Native M032"/>
          <p:cNvSpPr txBox="1"/>
          <p:nvPr/>
        </p:nvSpPr>
        <p:spPr>
          <a:xfrm>
            <a:off x="3033626" y="2280532"/>
            <a:ext cx="1951362" cy="15859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1" b="1" i="0" spc="0">
                <a:solidFill>
                  <a:srgbClr val="10151F"/>
                </a:solidFill>
                <a:latin typeface="Arial"/>
                <a:ea typeface="Arial"/>
              </a:rPr>
              <a:t>Source-pixel Layer Plan</a:t>
            </a:r>
          </a:p>
        </p:txBody>
      </p:sp>
      <p:sp>
        <p:nvSpPr>
          <p:cNvPr id="41" name="Native M033"/>
          <p:cNvSpPr txBox="1"/>
          <p:nvPr/>
        </p:nvSpPr>
        <p:spPr>
          <a:xfrm>
            <a:off x="2814986" y="3609475"/>
            <a:ext cx="103852" cy="14218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85" b="1" i="0" spc="0">
                <a:solidFill>
                  <a:srgbClr val="DC4D23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42" name="Native M034"/>
          <p:cNvSpPr txBox="1"/>
          <p:nvPr/>
        </p:nvSpPr>
        <p:spPr>
          <a:xfrm>
            <a:off x="3033626" y="3593071"/>
            <a:ext cx="1803779" cy="15859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4" b="1" i="0" spc="0">
                <a:solidFill>
                  <a:srgbClr val="10151F"/>
                </a:solidFill>
                <a:latin typeface="Microsoft YaHei"/>
                <a:ea typeface="Microsoft YaHei"/>
              </a:rPr>
              <a:t>框选审核与分层任务</a:t>
            </a:r>
          </a:p>
        </p:txBody>
      </p:sp>
      <p:sp>
        <p:nvSpPr>
          <p:cNvPr id="43" name="Native M035"/>
          <p:cNvSpPr txBox="1"/>
          <p:nvPr/>
        </p:nvSpPr>
        <p:spPr>
          <a:xfrm>
            <a:off x="2814986" y="4998577"/>
            <a:ext cx="109320" cy="14218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66" b="1" i="0" spc="0">
                <a:solidFill>
                  <a:srgbClr val="DC4D23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44" name="Native M036"/>
          <p:cNvSpPr txBox="1"/>
          <p:nvPr/>
        </p:nvSpPr>
        <p:spPr>
          <a:xfrm>
            <a:off x="3033626" y="4976695"/>
            <a:ext cx="1978689" cy="15859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98" b="1" i="0" spc="0">
                <a:solidFill>
                  <a:srgbClr val="10151F"/>
                </a:solidFill>
                <a:latin typeface="Microsoft YaHei"/>
                <a:ea typeface="Microsoft YaHei"/>
              </a:rPr>
              <a:t>Bundle 校验与 PPTX 组装</a:t>
            </a:r>
          </a:p>
        </p:txBody>
      </p:sp>
      <p:sp>
        <p:nvSpPr>
          <p:cNvPr id="45" name="Native M037"/>
          <p:cNvSpPr txBox="1"/>
          <p:nvPr/>
        </p:nvSpPr>
        <p:spPr>
          <a:xfrm>
            <a:off x="2814986" y="5993910"/>
            <a:ext cx="103852" cy="14218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75" b="1" i="0" spc="0">
                <a:solidFill>
                  <a:srgbClr val="DC4D23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46" name="Native M038"/>
          <p:cNvSpPr txBox="1"/>
          <p:nvPr/>
        </p:nvSpPr>
        <p:spPr>
          <a:xfrm>
            <a:off x="3033626" y="5988442"/>
            <a:ext cx="1164257" cy="15312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4" b="1" i="0" spc="0">
                <a:solidFill>
                  <a:srgbClr val="10151F"/>
                </a:solidFill>
                <a:latin typeface="Microsoft YaHei"/>
                <a:ea typeface="Microsoft YaHei"/>
              </a:rPr>
              <a:t>文字复原</a:t>
            </a:r>
          </a:p>
        </p:txBody>
      </p:sp>
      <p:sp>
        <p:nvSpPr>
          <p:cNvPr id="47" name="Native M039"/>
          <p:cNvSpPr txBox="1"/>
          <p:nvPr/>
        </p:nvSpPr>
        <p:spPr>
          <a:xfrm>
            <a:off x="2891511" y="6240014"/>
            <a:ext cx="535667" cy="15859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4" b="1" i="0" spc="0">
                <a:solidFill>
                  <a:srgbClr val="10151F"/>
                </a:solidFill>
                <a:latin typeface="Microsoft YaHei"/>
                <a:ea typeface="Microsoft YaHei"/>
              </a:rPr>
              <a:t>山水相融</a:t>
            </a:r>
          </a:p>
        </p:txBody>
      </p:sp>
      <p:sp>
        <p:nvSpPr>
          <p:cNvPr id="48" name="Native M040"/>
          <p:cNvSpPr txBox="1"/>
          <p:nvPr/>
        </p:nvSpPr>
        <p:spPr>
          <a:xfrm>
            <a:off x="3623954" y="6234545"/>
            <a:ext cx="448211" cy="1476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82" b="0" i="0" spc="0">
                <a:solidFill>
                  <a:srgbClr val="10151F"/>
                </a:solidFill>
                <a:latin typeface="Microsoft YaHei"/>
                <a:ea typeface="Microsoft YaHei"/>
              </a:rPr>
              <a:t>文化传承</a:t>
            </a:r>
          </a:p>
        </p:txBody>
      </p:sp>
      <p:sp>
        <p:nvSpPr>
          <p:cNvPr id="49" name="Native M041"/>
          <p:cNvSpPr txBox="1"/>
          <p:nvPr/>
        </p:nvSpPr>
        <p:spPr>
          <a:xfrm>
            <a:off x="3738740" y="6436895"/>
            <a:ext cx="311562" cy="1039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13" b="0" i="0" spc="0">
                <a:solidFill>
                  <a:srgbClr val="10151F"/>
                </a:solidFill>
                <a:latin typeface="Microsoft YaHei"/>
                <a:ea typeface="Microsoft YaHei"/>
              </a:rPr>
              <a:t>创新发展</a:t>
            </a:r>
          </a:p>
        </p:txBody>
      </p:sp>
      <p:sp>
        <p:nvSpPr>
          <p:cNvPr id="50" name="Native M042"/>
          <p:cNvSpPr txBox="1"/>
          <p:nvPr/>
        </p:nvSpPr>
        <p:spPr>
          <a:xfrm>
            <a:off x="4389193" y="6119699"/>
            <a:ext cx="327960" cy="1203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5" b="0" i="0" spc="0">
                <a:solidFill>
                  <a:srgbClr val="10151F"/>
                </a:solidFill>
                <a:latin typeface="Microsoft YaHei"/>
                <a:ea typeface="Microsoft YaHei"/>
              </a:rPr>
              <a:t>山水相融</a:t>
            </a:r>
          </a:p>
        </p:txBody>
      </p:sp>
      <p:sp>
        <p:nvSpPr>
          <p:cNvPr id="51" name="Native M043"/>
          <p:cNvSpPr txBox="1"/>
          <p:nvPr/>
        </p:nvSpPr>
        <p:spPr>
          <a:xfrm>
            <a:off x="4394659" y="6305641"/>
            <a:ext cx="300630" cy="11484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1" b="0" i="0" spc="0">
                <a:solidFill>
                  <a:srgbClr val="10151F"/>
                </a:solidFill>
                <a:latin typeface="Microsoft YaHei"/>
                <a:ea typeface="Microsoft YaHei"/>
              </a:rPr>
              <a:t>文化传承</a:t>
            </a:r>
          </a:p>
        </p:txBody>
      </p:sp>
      <p:sp>
        <p:nvSpPr>
          <p:cNvPr id="52" name="Native M044"/>
          <p:cNvSpPr txBox="1"/>
          <p:nvPr/>
        </p:nvSpPr>
        <p:spPr>
          <a:xfrm>
            <a:off x="4400125" y="6458770"/>
            <a:ext cx="317028" cy="11484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4" b="0" i="0" spc="0">
                <a:solidFill>
                  <a:srgbClr val="10151F"/>
                </a:solidFill>
                <a:latin typeface="Microsoft YaHei"/>
                <a:ea typeface="Microsoft YaHei"/>
              </a:rPr>
              <a:t>创新发展</a:t>
            </a:r>
          </a:p>
        </p:txBody>
      </p:sp>
      <p:sp>
        <p:nvSpPr>
          <p:cNvPr id="53" name="Native M045"/>
          <p:cNvSpPr txBox="1"/>
          <p:nvPr/>
        </p:nvSpPr>
        <p:spPr>
          <a:xfrm>
            <a:off x="1459422" y="6956444"/>
            <a:ext cx="2645539" cy="19687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6" b="1" i="0" spc="0">
                <a:solidFill>
                  <a:srgbClr val="FFFFFF"/>
                </a:solidFill>
                <a:latin typeface="Microsoft YaHei"/>
                <a:ea typeface="Microsoft YaHei"/>
              </a:rPr>
              <a:t>同一批准视觉 · 同一内容真值</a:t>
            </a:r>
          </a:p>
        </p:txBody>
      </p:sp>
      <p:sp>
        <p:nvSpPr>
          <p:cNvPr id="54" name="Native M046"/>
          <p:cNvSpPr txBox="1"/>
          <p:nvPr/>
        </p:nvSpPr>
        <p:spPr>
          <a:xfrm>
            <a:off x="3973777" y="7421297"/>
            <a:ext cx="650453" cy="18594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80" b="1" i="0" spc="0">
                <a:solidFill>
                  <a:srgbClr val="10151F"/>
                </a:solidFill>
                <a:latin typeface="Microsoft YaHei"/>
                <a:ea typeface="Microsoft YaHei"/>
              </a:rPr>
              <a:t>山水相融</a:t>
            </a:r>
          </a:p>
        </p:txBody>
      </p:sp>
      <p:sp>
        <p:nvSpPr>
          <p:cNvPr id="55" name="Native M047"/>
          <p:cNvSpPr txBox="1"/>
          <p:nvPr/>
        </p:nvSpPr>
        <p:spPr>
          <a:xfrm>
            <a:off x="4033903" y="7607239"/>
            <a:ext cx="552065" cy="12578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76" b="0" i="0" spc="0">
                <a:solidFill>
                  <a:srgbClr val="10151F"/>
                </a:solidFill>
                <a:latin typeface="Microsoft YaHei"/>
                <a:ea typeface="Microsoft YaHei"/>
              </a:rPr>
              <a:t>文化传承</a:t>
            </a:r>
          </a:p>
        </p:txBody>
      </p:sp>
      <p:sp>
        <p:nvSpPr>
          <p:cNvPr id="56" name="Native M048"/>
          <p:cNvSpPr txBox="1"/>
          <p:nvPr/>
        </p:nvSpPr>
        <p:spPr>
          <a:xfrm>
            <a:off x="4143223" y="7749431"/>
            <a:ext cx="513803" cy="1203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47" b="0" i="0" spc="0">
                <a:solidFill>
                  <a:srgbClr val="10151F"/>
                </a:solidFill>
                <a:latin typeface="Microsoft YaHei"/>
                <a:ea typeface="Microsoft YaHei"/>
              </a:rPr>
              <a:t>创新发展</a:t>
            </a:r>
          </a:p>
        </p:txBody>
      </p:sp>
      <p:sp>
        <p:nvSpPr>
          <p:cNvPr id="57" name="Native M049"/>
          <p:cNvSpPr txBox="1"/>
          <p:nvPr/>
        </p:nvSpPr>
        <p:spPr>
          <a:xfrm>
            <a:off x="245967" y="7891619"/>
            <a:ext cx="1721787" cy="10938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8" b="0" i="0" spc="0">
                <a:solidFill>
                  <a:srgbClr val="10151F"/>
                </a:solidFill>
                <a:latin typeface="Microsoft YaHei"/>
                <a:ea typeface="Microsoft YaHei"/>
              </a:rPr>
              <a:t>验证 Text-Clean 与 resized_image 的映射</a:t>
            </a:r>
          </a:p>
        </p:txBody>
      </p:sp>
      <p:sp>
        <p:nvSpPr>
          <p:cNvPr id="58" name="Native M050"/>
          <p:cNvSpPr txBox="1"/>
          <p:nvPr/>
        </p:nvSpPr>
        <p:spPr>
          <a:xfrm>
            <a:off x="2109874" y="7891619"/>
            <a:ext cx="1109597" cy="10938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74" b="0" i="0" spc="0">
                <a:solidFill>
                  <a:srgbClr val="10151F"/>
                </a:solidFill>
                <a:latin typeface="Microsoft YaHei"/>
                <a:ea typeface="Microsoft YaHei"/>
              </a:rPr>
              <a:t>以实际 alpha bbox 定位图层</a:t>
            </a:r>
          </a:p>
        </p:txBody>
      </p:sp>
      <p:sp>
        <p:nvSpPr>
          <p:cNvPr id="59" name="Native M051"/>
          <p:cNvSpPr txBox="1"/>
          <p:nvPr/>
        </p:nvSpPr>
        <p:spPr>
          <a:xfrm>
            <a:off x="3503701" y="7891619"/>
            <a:ext cx="1344634" cy="10938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0">
                <a:solidFill>
                  <a:srgbClr val="10151F"/>
                </a:solidFill>
                <a:latin typeface="Microsoft YaHei"/>
                <a:ea typeface="Microsoft YaHei"/>
              </a:rPr>
              <a:t>图形与文字共享内容矩形</a:t>
            </a:r>
          </a:p>
        </p:txBody>
      </p:sp>
      <p:sp>
        <p:nvSpPr>
          <p:cNvPr id="60" name="Native M052"/>
          <p:cNvSpPr txBox="1"/>
          <p:nvPr/>
        </p:nvSpPr>
        <p:spPr>
          <a:xfrm>
            <a:off x="666850" y="8345537"/>
            <a:ext cx="1093199" cy="15859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8" b="1" i="0" spc="0">
                <a:solidFill>
                  <a:srgbClr val="092649"/>
                </a:solidFill>
                <a:latin typeface="Microsoft YaHei"/>
                <a:ea typeface="Microsoft YaHei"/>
              </a:rPr>
              <a:t>四项 Hard Gates</a:t>
            </a:r>
          </a:p>
        </p:txBody>
      </p:sp>
      <p:sp>
        <p:nvSpPr>
          <p:cNvPr id="61" name="Native M053"/>
          <p:cNvSpPr txBox="1"/>
          <p:nvPr/>
        </p:nvSpPr>
        <p:spPr>
          <a:xfrm>
            <a:off x="2350379" y="8345537"/>
            <a:ext cx="896425" cy="15859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4" b="1" i="0" spc="0">
                <a:solidFill>
                  <a:srgbClr val="155A73"/>
                </a:solidFill>
                <a:latin typeface="Microsoft YaHei"/>
                <a:ea typeface="Microsoft YaHei"/>
              </a:rPr>
              <a:t>单页封存</a:t>
            </a:r>
          </a:p>
        </p:txBody>
      </p:sp>
      <p:sp>
        <p:nvSpPr>
          <p:cNvPr id="62" name="Native M054"/>
          <p:cNvSpPr txBox="1"/>
          <p:nvPr/>
        </p:nvSpPr>
        <p:spPr>
          <a:xfrm>
            <a:off x="4017506" y="8345537"/>
            <a:ext cx="1054937" cy="15859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4" b="1" i="0" spc="0">
                <a:solidFill>
                  <a:srgbClr val="D84425"/>
                </a:solidFill>
                <a:latin typeface="Microsoft YaHei"/>
                <a:ea typeface="Microsoft YaHei"/>
              </a:rPr>
              <a:t>整套验证与发布</a:t>
            </a:r>
          </a:p>
        </p:txBody>
      </p:sp>
      <p:sp>
        <p:nvSpPr>
          <p:cNvPr id="63" name="Native M055"/>
          <p:cNvSpPr txBox="1"/>
          <p:nvPr/>
        </p:nvSpPr>
        <p:spPr>
          <a:xfrm>
            <a:off x="1197052" y="8777582"/>
            <a:ext cx="1628864" cy="11484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7" b="0" i="0" spc="0">
                <a:solidFill>
                  <a:srgbClr val="10151F"/>
                </a:solidFill>
                <a:latin typeface="Microsoft YaHei"/>
                <a:ea typeface="Microsoft YaHei"/>
              </a:rPr>
              <a:t>prepare：按可信页序合并</a:t>
            </a:r>
          </a:p>
        </p:txBody>
      </p:sp>
      <p:sp>
        <p:nvSpPr>
          <p:cNvPr id="64" name="Native M056"/>
          <p:cNvSpPr txBox="1"/>
          <p:nvPr/>
        </p:nvSpPr>
        <p:spPr>
          <a:xfrm>
            <a:off x="3377983" y="8777582"/>
            <a:ext cx="1705389" cy="11484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11" b="0" i="0" spc="0">
                <a:solidFill>
                  <a:srgbClr val="10151F"/>
                </a:solidFill>
                <a:latin typeface="Microsoft YaHei"/>
                <a:ea typeface="Microsoft YaHei"/>
              </a:rPr>
              <a:t>publish：验证精确候选文件后发布</a:t>
            </a:r>
          </a:p>
        </p:txBody>
      </p:sp>
    </p:spTree>
    <p:extLst>
      <p:ext uri="{BB962C8B-B14F-4D97-AF65-F5344CB8AC3E}">
        <p14:creationId xmlns:p14="http://schemas.microsoft.com/office/powerpoint/2010/main" val="2719972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143500" cy="9144000"/>
          </a:xfrm>
          <a:prstGeom prst="rect">
            <a:avLst/>
          </a:prstGeom>
        </p:spPr>
      </p:pic>
      <p:pic>
        <p:nvPicPr>
          <p:cNvPr id="3" name="Foreground 01 - competitor-pair" descr="foreground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156" y="2159738"/>
            <a:ext cx="3321844" cy="3256221"/>
          </a:xfrm>
          <a:prstGeom prst="rect">
            <a:avLst/>
          </a:prstGeom>
        </p:spPr>
      </p:pic>
      <p:pic>
        <p:nvPicPr>
          <p:cNvPr id="4" name="Foreground 02 - zanchor-flow" descr="foreground_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28541" y="1807535"/>
            <a:ext cx="1814959" cy="3608424"/>
          </a:xfrm>
          <a:prstGeom prst="rect">
            <a:avLst/>
          </a:prstGeom>
        </p:spPr>
      </p:pic>
      <p:pic>
        <p:nvPicPr>
          <p:cNvPr id="5" name="Foreground 03 - advantage-1" descr="foreground_0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6612122"/>
            <a:ext cx="1393031" cy="1780953"/>
          </a:xfrm>
          <a:prstGeom prst="rect">
            <a:avLst/>
          </a:prstGeom>
        </p:spPr>
      </p:pic>
      <p:pic>
        <p:nvPicPr>
          <p:cNvPr id="6" name="Foreground 04 - advantage-2" descr="foreground_0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32756" y="6698512"/>
            <a:ext cx="1238994" cy="1694564"/>
          </a:xfrm>
          <a:prstGeom prst="rect">
            <a:avLst/>
          </a:prstGeom>
        </p:spPr>
      </p:pic>
      <p:pic>
        <p:nvPicPr>
          <p:cNvPr id="7" name="Foreground 05 - advantage-3" descr="foreground_0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18631" y="6592186"/>
            <a:ext cx="1238994" cy="1588238"/>
          </a:xfrm>
          <a:prstGeom prst="rect">
            <a:avLst/>
          </a:prstGeom>
        </p:spPr>
      </p:pic>
      <p:pic>
        <p:nvPicPr>
          <p:cNvPr id="8" name="Foreground 06 - advantage-4" descr="foreground_0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71020" y="6731738"/>
            <a:ext cx="1272480" cy="1448686"/>
          </a:xfrm>
          <a:prstGeom prst="rect">
            <a:avLst/>
          </a:prstGeom>
        </p:spPr>
      </p:pic>
      <p:sp>
        <p:nvSpPr>
          <p:cNvPr id="9" name="Native M001"/>
          <p:cNvSpPr txBox="1"/>
          <p:nvPr/>
        </p:nvSpPr>
        <p:spPr>
          <a:xfrm>
            <a:off x="186040" y="131253"/>
            <a:ext cx="3731774" cy="2406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61" b="1" i="0" spc="0">
                <a:solidFill>
                  <a:srgbClr val="10151F"/>
                </a:solidFill>
                <a:latin typeface="Microsoft YaHei"/>
                <a:ea typeface="Microsoft YaHei"/>
              </a:rPr>
              <a:t>同类技术路径对比：四项设计优势</a:t>
            </a:r>
          </a:p>
        </p:txBody>
      </p:sp>
      <p:sp>
        <p:nvSpPr>
          <p:cNvPr id="10" name="Native M002"/>
          <p:cNvSpPr txBox="1"/>
          <p:nvPr/>
        </p:nvSpPr>
        <p:spPr>
          <a:xfrm>
            <a:off x="4109327" y="218752"/>
            <a:ext cx="875491" cy="14218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27" b="1" i="0" spc="0">
                <a:solidFill>
                  <a:srgbClr val="10151F"/>
                </a:solidFill>
                <a:latin typeface="Arial"/>
                <a:ea typeface="Arial"/>
              </a:rPr>
              <a:t>ZAnchorFlow / 05</a:t>
            </a:r>
          </a:p>
        </p:txBody>
      </p:sp>
      <p:sp>
        <p:nvSpPr>
          <p:cNvPr id="11" name="Native M003"/>
          <p:cNvSpPr txBox="1"/>
          <p:nvPr/>
        </p:nvSpPr>
        <p:spPr>
          <a:xfrm>
            <a:off x="284533" y="514076"/>
            <a:ext cx="2265331" cy="984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78" b="0" i="0" spc="0">
                <a:solidFill>
                  <a:srgbClr val="10151F"/>
                </a:solidFill>
                <a:latin typeface="Arial"/>
                <a:ea typeface="Arial"/>
              </a:rPr>
              <a:t>TECHNICAL APPROACH COMPARISON</a:t>
            </a:r>
          </a:p>
        </p:txBody>
      </p:sp>
      <p:sp>
        <p:nvSpPr>
          <p:cNvPr id="12" name="Native M004"/>
          <p:cNvSpPr txBox="1"/>
          <p:nvPr/>
        </p:nvSpPr>
        <p:spPr>
          <a:xfrm>
            <a:off x="3053269" y="514076"/>
            <a:ext cx="1942494" cy="984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 spc="0">
                <a:solidFill>
                  <a:srgbClr val="10151F"/>
                </a:solidFill>
                <a:latin typeface="Arial"/>
                <a:ea typeface="Arial"/>
              </a:rPr>
              <a:t>FOCUS ON EDITABLE PRESENTATION GENERATION</a:t>
            </a:r>
          </a:p>
        </p:txBody>
      </p:sp>
      <p:sp>
        <p:nvSpPr>
          <p:cNvPr id="13" name="Native M005"/>
          <p:cNvSpPr txBox="1"/>
          <p:nvPr/>
        </p:nvSpPr>
        <p:spPr>
          <a:xfrm>
            <a:off x="268120" y="721891"/>
            <a:ext cx="164155" cy="13672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 spc="0">
                <a:solidFill>
                  <a:srgbClr val="FFFFFF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14" name="Native M006"/>
          <p:cNvSpPr txBox="1"/>
          <p:nvPr/>
        </p:nvSpPr>
        <p:spPr>
          <a:xfrm>
            <a:off x="1997211" y="743773"/>
            <a:ext cx="164155" cy="13672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 spc="0">
                <a:solidFill>
                  <a:srgbClr val="FFFFFF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15" name="Native M007"/>
          <p:cNvSpPr txBox="1"/>
          <p:nvPr/>
        </p:nvSpPr>
        <p:spPr>
          <a:xfrm>
            <a:off x="3616863" y="743773"/>
            <a:ext cx="164155" cy="13672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 spc="0">
                <a:solidFill>
                  <a:srgbClr val="FFFFFF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16" name="Native M008"/>
          <p:cNvSpPr txBox="1"/>
          <p:nvPr/>
        </p:nvSpPr>
        <p:spPr>
          <a:xfrm>
            <a:off x="300951" y="962525"/>
            <a:ext cx="1384368" cy="15859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44" b="1" i="0" spc="0">
                <a:solidFill>
                  <a:srgbClr val="10151F"/>
                </a:solidFill>
                <a:latin typeface="Arial"/>
                <a:ea typeface="Arial"/>
              </a:rPr>
              <a:t>PPT Master</a:t>
            </a:r>
          </a:p>
        </p:txBody>
      </p:sp>
      <p:sp>
        <p:nvSpPr>
          <p:cNvPr id="17" name="Native M009"/>
          <p:cNvSpPr txBox="1"/>
          <p:nvPr/>
        </p:nvSpPr>
        <p:spPr>
          <a:xfrm>
            <a:off x="2008156" y="967993"/>
            <a:ext cx="1373423" cy="15859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23" b="1" i="0" spc="0">
                <a:solidFill>
                  <a:srgbClr val="10151F"/>
                </a:solidFill>
                <a:latin typeface="Arial"/>
                <a:ea typeface="Arial"/>
              </a:rPr>
              <a:t>Anthropic pptx</a:t>
            </a:r>
          </a:p>
        </p:txBody>
      </p:sp>
      <p:sp>
        <p:nvSpPr>
          <p:cNvPr id="18" name="Native M010"/>
          <p:cNvSpPr txBox="1"/>
          <p:nvPr/>
        </p:nvSpPr>
        <p:spPr>
          <a:xfrm>
            <a:off x="3605923" y="984406"/>
            <a:ext cx="1362482" cy="15859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44" b="1" i="0" spc="0">
                <a:solidFill>
                  <a:srgbClr val="10151F"/>
                </a:solidFill>
                <a:latin typeface="Arial"/>
                <a:ea typeface="Arial"/>
              </a:rPr>
              <a:t>ZAnchorFlow</a:t>
            </a:r>
          </a:p>
        </p:txBody>
      </p:sp>
      <p:sp>
        <p:nvSpPr>
          <p:cNvPr id="19" name="Native M011"/>
          <p:cNvSpPr txBox="1"/>
          <p:nvPr/>
        </p:nvSpPr>
        <p:spPr>
          <a:xfrm>
            <a:off x="601898" y="1186754"/>
            <a:ext cx="1045113" cy="10938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29" b="0" i="0" spc="0">
                <a:solidFill>
                  <a:srgbClr val="10151F"/>
                </a:solidFill>
                <a:latin typeface="Arial"/>
                <a:ea typeface="Arial"/>
              </a:rPr>
              <a:t>hugohe3/ppt-master</a:t>
            </a:r>
          </a:p>
        </p:txBody>
      </p:sp>
      <p:sp>
        <p:nvSpPr>
          <p:cNvPr id="20" name="Native M012"/>
          <p:cNvSpPr txBox="1"/>
          <p:nvPr/>
        </p:nvSpPr>
        <p:spPr>
          <a:xfrm>
            <a:off x="2248913" y="1186754"/>
            <a:ext cx="1039645" cy="10938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37" b="0" i="0" spc="0">
                <a:solidFill>
                  <a:srgbClr val="10151F"/>
                </a:solidFill>
                <a:latin typeface="Arial"/>
                <a:ea typeface="Arial"/>
              </a:rPr>
              <a:t>anthropics/skills</a:t>
            </a:r>
          </a:p>
        </p:txBody>
      </p:sp>
      <p:sp>
        <p:nvSpPr>
          <p:cNvPr id="21" name="Native M013"/>
          <p:cNvSpPr txBox="1"/>
          <p:nvPr/>
        </p:nvSpPr>
        <p:spPr>
          <a:xfrm>
            <a:off x="612843" y="1361752"/>
            <a:ext cx="1039645" cy="11484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 spc="0">
                <a:solidFill>
                  <a:srgbClr val="10151F"/>
                </a:solidFill>
                <a:latin typeface="Microsoft YaHei"/>
                <a:ea typeface="Microsoft YaHei"/>
              </a:rPr>
              <a:t>约 57.3k 仓库 stars</a:t>
            </a:r>
          </a:p>
        </p:txBody>
      </p:sp>
      <p:sp>
        <p:nvSpPr>
          <p:cNvPr id="22" name="Native M014"/>
          <p:cNvSpPr txBox="1"/>
          <p:nvPr/>
        </p:nvSpPr>
        <p:spPr>
          <a:xfrm>
            <a:off x="2248913" y="1361752"/>
            <a:ext cx="1061531" cy="11484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 spc="0">
                <a:solidFill>
                  <a:srgbClr val="10151F"/>
                </a:solidFill>
                <a:latin typeface="Microsoft YaHei"/>
                <a:ea typeface="Microsoft YaHei"/>
              </a:rPr>
              <a:t>约 179.3k 仓库 stars</a:t>
            </a:r>
          </a:p>
        </p:txBody>
      </p:sp>
      <p:sp>
        <p:nvSpPr>
          <p:cNvPr id="23" name="Native M015"/>
          <p:cNvSpPr txBox="1"/>
          <p:nvPr/>
        </p:nvSpPr>
        <p:spPr>
          <a:xfrm>
            <a:off x="552654" y="1640671"/>
            <a:ext cx="1170969" cy="27891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20" b="0" i="0" spc="0">
                <a:solidFill>
                  <a:srgbClr val="092649"/>
                </a:solidFill>
                <a:latin typeface="Microsoft YaHei"/>
                <a:ea typeface="Microsoft YaHei"/>
              </a:rPr>
              <a:t>SVG / DrawingML →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20" b="0" i="0" spc="0">
                <a:solidFill>
                  <a:srgbClr val="092649"/>
                </a:solidFill>
                <a:latin typeface="Microsoft YaHei"/>
                <a:ea typeface="Microsoft YaHei"/>
              </a:rPr>
              <a:t>原生 PowerPoint</a:t>
            </a:r>
          </a:p>
        </p:txBody>
      </p:sp>
      <p:sp>
        <p:nvSpPr>
          <p:cNvPr id="24" name="Native M016"/>
          <p:cNvSpPr txBox="1"/>
          <p:nvPr/>
        </p:nvSpPr>
        <p:spPr>
          <a:xfrm>
            <a:off x="2172306" y="1640671"/>
            <a:ext cx="1165497" cy="27344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3" b="0" i="0" spc="0">
                <a:solidFill>
                  <a:srgbClr val="092649"/>
                </a:solidFill>
                <a:latin typeface="Microsoft YaHei"/>
                <a:ea typeface="Microsoft YaHei"/>
              </a:rPr>
              <a:t>新建：PptxGenJS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3" b="0" i="0" spc="0">
                <a:solidFill>
                  <a:srgbClr val="092649"/>
                </a:solidFill>
                <a:latin typeface="Microsoft YaHei"/>
                <a:ea typeface="Microsoft YaHei"/>
              </a:rPr>
              <a:t>编辑：OOXML</a:t>
            </a:r>
          </a:p>
        </p:txBody>
      </p:sp>
      <p:sp>
        <p:nvSpPr>
          <p:cNvPr id="25" name="Native M017"/>
          <p:cNvSpPr txBox="1"/>
          <p:nvPr/>
        </p:nvSpPr>
        <p:spPr>
          <a:xfrm>
            <a:off x="3611395" y="1394570"/>
            <a:ext cx="1444557" cy="13672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3" b="0" i="0" spc="0">
                <a:solidFill>
                  <a:srgbClr val="092649"/>
                </a:solidFill>
                <a:latin typeface="Microsoft YaHei"/>
                <a:ea typeface="Microsoft YaHei"/>
              </a:rPr>
              <a:t>批准二维视觉 → 可编辑重建</a:t>
            </a:r>
          </a:p>
        </p:txBody>
      </p:sp>
      <p:sp>
        <p:nvSpPr>
          <p:cNvPr id="26" name="Native M018"/>
          <p:cNvSpPr txBox="1"/>
          <p:nvPr/>
        </p:nvSpPr>
        <p:spPr>
          <a:xfrm>
            <a:off x="3545733" y="1635203"/>
            <a:ext cx="1460756" cy="12031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7" b="0" i="0" spc="0">
                <a:solidFill>
                  <a:srgbClr val="10151F"/>
                </a:solidFill>
                <a:latin typeface="Arial"/>
                <a:ea typeface="Arial"/>
              </a:rPr>
              <a:t>Approved Render + Final Content Truth</a:t>
            </a:r>
          </a:p>
        </p:txBody>
      </p:sp>
      <p:sp>
        <p:nvSpPr>
          <p:cNvPr id="27" name="Native M019"/>
          <p:cNvSpPr txBox="1"/>
          <p:nvPr/>
        </p:nvSpPr>
        <p:spPr>
          <a:xfrm>
            <a:off x="300951" y="2050835"/>
            <a:ext cx="1471915" cy="11484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4" b="0" i="0" spc="0">
                <a:solidFill>
                  <a:srgbClr val="10151F"/>
                </a:solidFill>
                <a:latin typeface="Microsoft YaHei"/>
                <a:ea typeface="Microsoft YaHei"/>
              </a:rPr>
              <a:t>原生形状、图表与 PowerPoint 对象</a:t>
            </a:r>
          </a:p>
        </p:txBody>
      </p:sp>
      <p:sp>
        <p:nvSpPr>
          <p:cNvPr id="28" name="Native M020"/>
          <p:cNvSpPr txBox="1"/>
          <p:nvPr/>
        </p:nvSpPr>
        <p:spPr>
          <a:xfrm>
            <a:off x="1997211" y="2050835"/>
            <a:ext cx="1460975" cy="11484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 spc="0">
                <a:solidFill>
                  <a:srgbClr val="10151F"/>
                </a:solidFill>
                <a:latin typeface="Microsoft YaHei"/>
                <a:ea typeface="Microsoft YaHei"/>
              </a:rPr>
              <a:t>代码生成、XML 编辑与文件校验</a:t>
            </a:r>
          </a:p>
        </p:txBody>
      </p:sp>
      <p:sp>
        <p:nvSpPr>
          <p:cNvPr id="29" name="Native M021"/>
          <p:cNvSpPr txBox="1"/>
          <p:nvPr/>
        </p:nvSpPr>
        <p:spPr>
          <a:xfrm>
            <a:off x="3666112" y="1974272"/>
            <a:ext cx="826242" cy="25703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 i="0" spc="0">
                <a:solidFill>
                  <a:srgbClr val="10151F"/>
                </a:solidFill>
                <a:latin typeface="Microsoft YaHei"/>
                <a:ea typeface="Microsoft YaHei"/>
              </a:rPr>
              <a:t>批准的二维视觉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 i="0" spc="0">
                <a:solidFill>
                  <a:srgbClr val="10151F"/>
                </a:solidFill>
                <a:latin typeface="Microsoft YaHei"/>
                <a:ea typeface="Microsoft YaHei"/>
              </a:rPr>
              <a:t>Approved Render</a:t>
            </a:r>
          </a:p>
        </p:txBody>
      </p:sp>
      <p:sp>
        <p:nvSpPr>
          <p:cNvPr id="30" name="Native M022"/>
          <p:cNvSpPr txBox="1"/>
          <p:nvPr/>
        </p:nvSpPr>
        <p:spPr>
          <a:xfrm>
            <a:off x="4607264" y="2078184"/>
            <a:ext cx="492464" cy="22969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24" b="0" i="0" spc="0">
                <a:solidFill>
                  <a:srgbClr val="10151F"/>
                </a:solidFill>
                <a:latin typeface="Microsoft YaHei"/>
                <a:ea typeface="Microsoft YaHei"/>
              </a:rPr>
              <a:t>内容真值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24" b="0" i="0" spc="0">
                <a:solidFill>
                  <a:srgbClr val="10151F"/>
                </a:solidFill>
                <a:latin typeface="Microsoft YaHei"/>
                <a:ea typeface="Microsoft YaHei"/>
              </a:rPr>
              <a:t>Final Content Truth</a:t>
            </a:r>
          </a:p>
        </p:txBody>
      </p:sp>
      <p:sp>
        <p:nvSpPr>
          <p:cNvPr id="31" name="Native M023"/>
          <p:cNvSpPr txBox="1"/>
          <p:nvPr/>
        </p:nvSpPr>
        <p:spPr>
          <a:xfrm>
            <a:off x="366613" y="2400849"/>
            <a:ext cx="1367950" cy="54142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5" b="0" i="0" spc="0">
                <a:solidFill>
                  <a:srgbClr val="092649"/>
                </a:solidFill>
                <a:latin typeface="Arial"/>
                <a:ea typeface="Arial"/>
              </a:rPr>
              <a:t>&lt;svg width="960" height="540"&gt;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5" b="0" i="0" spc="0">
                <a:solidFill>
                  <a:srgbClr val="092649"/>
                </a:solidFill>
                <a:latin typeface="Arial"/>
                <a:ea typeface="Arial"/>
              </a:rPr>
              <a:t>  &lt;rect x="60" y="60" ... /&gt;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5" b="0" i="0" spc="0">
                <a:solidFill>
                  <a:srgbClr val="092649"/>
                </a:solidFill>
                <a:latin typeface="Arial"/>
                <a:ea typeface="Arial"/>
              </a:rPr>
              <a:t>  &lt;text x="120" y="120" ... /&gt;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5" b="0" i="0" spc="0">
                <a:solidFill>
                  <a:srgbClr val="092649"/>
                </a:solidFill>
                <a:latin typeface="Arial"/>
                <a:ea typeface="Arial"/>
              </a:rPr>
              <a:t>&lt;/svg&gt;</a:t>
            </a:r>
          </a:p>
        </p:txBody>
      </p:sp>
      <p:sp>
        <p:nvSpPr>
          <p:cNvPr id="32" name="Native M024"/>
          <p:cNvSpPr txBox="1"/>
          <p:nvPr/>
        </p:nvSpPr>
        <p:spPr>
          <a:xfrm>
            <a:off x="2013624" y="2324286"/>
            <a:ext cx="1357010" cy="6070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8" b="0" i="0" spc="0">
                <a:solidFill>
                  <a:srgbClr val="092649"/>
                </a:solidFill>
                <a:latin typeface="Microsoft YaHei"/>
                <a:ea typeface="Microsoft YaHei"/>
              </a:rPr>
              <a:t>// 生成演示文稿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8" b="0" i="0" spc="0">
                <a:solidFill>
                  <a:srgbClr val="092649"/>
                </a:solidFill>
                <a:latin typeface="Microsoft YaHei"/>
                <a:ea typeface="Microsoft YaHei"/>
              </a:rPr>
              <a:t>const pptx = new PptxGenJS();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8" b="0" i="0" spc="0">
                <a:solidFill>
                  <a:srgbClr val="092649"/>
                </a:solidFill>
                <a:latin typeface="Microsoft YaHei"/>
                <a:ea typeface="Microsoft YaHei"/>
              </a:rPr>
              <a:t>pptx.addSlide();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8" b="0" i="0" spc="0">
                <a:solidFill>
                  <a:srgbClr val="092649"/>
                </a:solidFill>
                <a:latin typeface="Microsoft YaHei"/>
                <a:ea typeface="Microsoft YaHei"/>
              </a:rPr>
              <a:t>pptx.addText('Title', { x: 1, y: 1 });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8" b="0" i="0" spc="0">
                <a:solidFill>
                  <a:srgbClr val="092649"/>
                </a:solidFill>
                <a:latin typeface="Microsoft YaHei"/>
                <a:ea typeface="Microsoft YaHei"/>
              </a:rPr>
              <a:t>await pptx.writeFile('deck.pptx');</a:t>
            </a:r>
          </a:p>
        </p:txBody>
      </p:sp>
      <p:sp>
        <p:nvSpPr>
          <p:cNvPr id="33" name="Native M025"/>
          <p:cNvSpPr txBox="1"/>
          <p:nvPr/>
        </p:nvSpPr>
        <p:spPr>
          <a:xfrm>
            <a:off x="623788" y="3281343"/>
            <a:ext cx="1138138" cy="48126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38" b="0" i="0" spc="0">
                <a:solidFill>
                  <a:srgbClr val="10151F"/>
                </a:solidFill>
                <a:latin typeface="Microsoft YaHei"/>
                <a:ea typeface="Microsoft YaHei"/>
              </a:rPr>
              <a:t>SVG / DrawingML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38" b="0" i="0" spc="0">
                <a:solidFill>
                  <a:srgbClr val="10151F"/>
                </a:solidFill>
                <a:latin typeface="Microsoft YaHei"/>
                <a:ea typeface="Microsoft YaHei"/>
              </a:rPr>
              <a:t>→ PowerPoint 对象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38" b="0" i="0" spc="0">
                <a:solidFill>
                  <a:srgbClr val="10151F"/>
                </a:solidFill>
                <a:latin typeface="Microsoft YaHei"/>
                <a:ea typeface="Microsoft YaHei"/>
              </a:rPr>
              <a:t>形状、图表、文本等</a:t>
            </a:r>
          </a:p>
        </p:txBody>
      </p:sp>
      <p:sp>
        <p:nvSpPr>
          <p:cNvPr id="34" name="Native M026"/>
          <p:cNvSpPr txBox="1"/>
          <p:nvPr/>
        </p:nvSpPr>
        <p:spPr>
          <a:xfrm>
            <a:off x="2046455" y="3106336"/>
            <a:ext cx="870018" cy="13125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3" b="0" i="0" spc="0">
                <a:solidFill>
                  <a:srgbClr val="10151F"/>
                </a:solidFill>
                <a:latin typeface="Microsoft YaHei"/>
                <a:ea typeface="Microsoft YaHei"/>
              </a:rPr>
              <a:t>pptx（ZIP 包）</a:t>
            </a:r>
          </a:p>
        </p:txBody>
      </p:sp>
      <p:sp>
        <p:nvSpPr>
          <p:cNvPr id="35" name="Native M027"/>
          <p:cNvSpPr txBox="1"/>
          <p:nvPr/>
        </p:nvSpPr>
        <p:spPr>
          <a:xfrm>
            <a:off x="2166838" y="3275875"/>
            <a:ext cx="1110775" cy="6015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6" b="0" i="0" spc="0">
                <a:solidFill>
                  <a:srgbClr val="10151F"/>
                </a:solidFill>
                <a:latin typeface="Microsoft YaHei"/>
                <a:ea typeface="Microsoft YaHei"/>
              </a:rPr>
              <a:t>ppt/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6" b="0" i="0" spc="0">
                <a:solidFill>
                  <a:srgbClr val="10151F"/>
                </a:solidFill>
                <a:latin typeface="Microsoft YaHei"/>
                <a:ea typeface="Microsoft YaHei"/>
              </a:rPr>
              <a:t>  presentation.xml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6" b="0" i="0" spc="0">
                <a:solidFill>
                  <a:srgbClr val="10151F"/>
                </a:solidFill>
                <a:latin typeface="Microsoft YaHei"/>
                <a:ea typeface="Microsoft YaHei"/>
              </a:rPr>
              <a:t>  slide1.xml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6" b="0" i="0" spc="0">
                <a:solidFill>
                  <a:srgbClr val="10151F"/>
                </a:solidFill>
                <a:latin typeface="Microsoft YaHei"/>
                <a:ea typeface="Microsoft YaHei"/>
              </a:rPr>
              <a:t>  styles.xml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6" b="0" i="0" spc="0">
                <a:solidFill>
                  <a:srgbClr val="10151F"/>
                </a:solidFill>
                <a:latin typeface="Microsoft YaHei"/>
                <a:ea typeface="Microsoft YaHei"/>
              </a:rPr>
              <a:t>  …</a:t>
            </a:r>
          </a:p>
        </p:txBody>
      </p:sp>
      <p:sp>
        <p:nvSpPr>
          <p:cNvPr id="36" name="Native M028"/>
          <p:cNvSpPr txBox="1"/>
          <p:nvPr/>
        </p:nvSpPr>
        <p:spPr>
          <a:xfrm>
            <a:off x="2330988" y="3850109"/>
            <a:ext cx="1143606" cy="38829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 i="0" spc="0">
                <a:solidFill>
                  <a:srgbClr val="10151F"/>
                </a:solidFill>
                <a:latin typeface="Microsoft YaHei"/>
                <a:ea typeface="Microsoft YaHei"/>
              </a:rPr>
              <a:t>PptxGenJS 生成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 i="0" spc="0">
                <a:solidFill>
                  <a:srgbClr val="10151F"/>
                </a:solidFill>
                <a:latin typeface="Microsoft YaHei"/>
                <a:ea typeface="Microsoft YaHei"/>
              </a:rPr>
              <a:t>+ OOXML 编辑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 i="0" spc="0">
                <a:solidFill>
                  <a:srgbClr val="10151F"/>
                </a:solidFill>
                <a:latin typeface="Microsoft YaHei"/>
                <a:ea typeface="Microsoft YaHei"/>
              </a:rPr>
              <a:t>+ 文件校验</a:t>
            </a:r>
          </a:p>
        </p:txBody>
      </p:sp>
      <p:sp>
        <p:nvSpPr>
          <p:cNvPr id="37" name="Native M029"/>
          <p:cNvSpPr txBox="1"/>
          <p:nvPr/>
        </p:nvSpPr>
        <p:spPr>
          <a:xfrm>
            <a:off x="2265331" y="4582936"/>
            <a:ext cx="383026" cy="13672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6" b="0" i="0" spc="0">
                <a:solidFill>
                  <a:srgbClr val="10151F"/>
                </a:solidFill>
                <a:latin typeface="Arial"/>
                <a:ea typeface="Arial"/>
              </a:rPr>
              <a:t>Title</a:t>
            </a:r>
          </a:p>
        </p:txBody>
      </p:sp>
      <p:sp>
        <p:nvSpPr>
          <p:cNvPr id="38" name="Native M030"/>
          <p:cNvSpPr txBox="1"/>
          <p:nvPr/>
        </p:nvSpPr>
        <p:spPr>
          <a:xfrm>
            <a:off x="3972531" y="3144622"/>
            <a:ext cx="952093" cy="10938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6" b="0" i="0" spc="0">
                <a:solidFill>
                  <a:srgbClr val="092649"/>
                </a:solidFill>
                <a:latin typeface="Microsoft YaHei"/>
                <a:ea typeface="Microsoft YaHei"/>
              </a:rPr>
              <a:t>明确选择重建分支</a:t>
            </a:r>
          </a:p>
        </p:txBody>
      </p:sp>
      <p:sp>
        <p:nvSpPr>
          <p:cNvPr id="39" name="Native M031"/>
          <p:cNvSpPr txBox="1"/>
          <p:nvPr/>
        </p:nvSpPr>
        <p:spPr>
          <a:xfrm>
            <a:off x="3709888" y="3511031"/>
            <a:ext cx="607370" cy="1039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4" b="0" i="0" spc="0">
                <a:solidFill>
                  <a:srgbClr val="092649"/>
                </a:solidFill>
                <a:latin typeface="Arial"/>
                <a:ea typeface="Arial"/>
              </a:rPr>
              <a:t>Magic Layer</a:t>
            </a:r>
          </a:p>
        </p:txBody>
      </p:sp>
      <p:sp>
        <p:nvSpPr>
          <p:cNvPr id="40" name="Native M032"/>
          <p:cNvSpPr txBox="1"/>
          <p:nvPr/>
        </p:nvSpPr>
        <p:spPr>
          <a:xfrm>
            <a:off x="4514244" y="3511031"/>
            <a:ext cx="590957" cy="1039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4" b="0" i="0" spc="0">
                <a:solidFill>
                  <a:srgbClr val="092649"/>
                </a:solidFill>
                <a:latin typeface="Arial"/>
                <a:ea typeface="Arial"/>
              </a:rPr>
              <a:t>Image Layer</a:t>
            </a:r>
          </a:p>
        </p:txBody>
      </p:sp>
      <p:sp>
        <p:nvSpPr>
          <p:cNvPr id="41" name="Native M033"/>
          <p:cNvSpPr txBox="1"/>
          <p:nvPr/>
        </p:nvSpPr>
        <p:spPr>
          <a:xfrm>
            <a:off x="4530657" y="4134487"/>
            <a:ext cx="547181" cy="40469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13" b="0" i="0" spc="0">
                <a:solidFill>
                  <a:srgbClr val="10151F"/>
                </a:solidFill>
                <a:latin typeface="Microsoft YaHei"/>
                <a:ea typeface="Microsoft YaHei"/>
              </a:rPr>
              <a:t>选择性图形层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13" b="0" i="0" spc="0">
                <a:solidFill>
                  <a:srgbClr val="10151F"/>
                </a:solidFill>
                <a:latin typeface="Microsoft YaHei"/>
                <a:ea typeface="Microsoft YaHei"/>
              </a:rPr>
              <a:t>+ 原生文字框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13" b="0" i="0" spc="0">
                <a:solidFill>
                  <a:srgbClr val="10151F"/>
                </a:solidFill>
                <a:latin typeface="Microsoft YaHei"/>
                <a:ea typeface="Microsoft YaHei"/>
              </a:rPr>
              <a:t>可编辑重建</a:t>
            </a:r>
          </a:p>
        </p:txBody>
      </p:sp>
      <p:sp>
        <p:nvSpPr>
          <p:cNvPr id="42" name="Native M034"/>
          <p:cNvSpPr txBox="1"/>
          <p:nvPr/>
        </p:nvSpPr>
        <p:spPr>
          <a:xfrm>
            <a:off x="262648" y="5753286"/>
            <a:ext cx="2845338" cy="23516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5" b="1" i="0" spc="0">
                <a:solidFill>
                  <a:srgbClr val="FFFFFF"/>
                </a:solidFill>
                <a:latin typeface="Microsoft YaHei"/>
                <a:ea typeface="Microsoft YaHei"/>
              </a:rPr>
              <a:t>ZAnchorFlow 的四项设计优势</a:t>
            </a:r>
          </a:p>
        </p:txBody>
      </p:sp>
      <p:sp>
        <p:nvSpPr>
          <p:cNvPr id="43" name="Native M035"/>
          <p:cNvSpPr txBox="1"/>
          <p:nvPr/>
        </p:nvSpPr>
        <p:spPr>
          <a:xfrm>
            <a:off x="3671585" y="5835317"/>
            <a:ext cx="1302288" cy="984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36" b="0" i="0" spc="0">
                <a:solidFill>
                  <a:srgbClr val="10151F"/>
                </a:solidFill>
                <a:latin typeface="Arial"/>
                <a:ea typeface="Arial"/>
              </a:rPr>
              <a:t>FOUR KEY DESIGN ADVANTAGES</a:t>
            </a:r>
          </a:p>
        </p:txBody>
      </p:sp>
      <p:sp>
        <p:nvSpPr>
          <p:cNvPr id="44" name="Native M036"/>
          <p:cNvSpPr txBox="1"/>
          <p:nvPr/>
        </p:nvSpPr>
        <p:spPr>
          <a:xfrm>
            <a:off x="257175" y="6185322"/>
            <a:ext cx="136797" cy="16407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68" b="1" i="0" spc="0">
                <a:solidFill>
                  <a:srgbClr val="FFFFFF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45" name="Native M037"/>
          <p:cNvSpPr txBox="1"/>
          <p:nvPr/>
        </p:nvSpPr>
        <p:spPr>
          <a:xfrm>
            <a:off x="1444557" y="6185322"/>
            <a:ext cx="158682" cy="16407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23" b="1" i="0" spc="0">
                <a:solidFill>
                  <a:srgbClr val="FFFFFF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46" name="Native M038"/>
          <p:cNvSpPr txBox="1"/>
          <p:nvPr/>
        </p:nvSpPr>
        <p:spPr>
          <a:xfrm>
            <a:off x="2686656" y="6185322"/>
            <a:ext cx="158682" cy="16407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23" b="1" i="0" spc="0">
                <a:solidFill>
                  <a:srgbClr val="FFFFFF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47" name="Native M039"/>
          <p:cNvSpPr txBox="1"/>
          <p:nvPr/>
        </p:nvSpPr>
        <p:spPr>
          <a:xfrm>
            <a:off x="4016307" y="6185322"/>
            <a:ext cx="158682" cy="16407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23" b="1" i="0" spc="0">
                <a:solidFill>
                  <a:srgbClr val="FFFFFF"/>
                </a:solidFill>
                <a:latin typeface="Arial"/>
                <a:ea typeface="Arial"/>
              </a:rPr>
              <a:t>04</a:t>
            </a:r>
          </a:p>
        </p:txBody>
      </p:sp>
      <p:sp>
        <p:nvSpPr>
          <p:cNvPr id="48" name="Native M040"/>
          <p:cNvSpPr txBox="1"/>
          <p:nvPr/>
        </p:nvSpPr>
        <p:spPr>
          <a:xfrm>
            <a:off x="503405" y="6190790"/>
            <a:ext cx="875491" cy="14765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10" b="1" i="0" spc="0">
                <a:solidFill>
                  <a:srgbClr val="10151F"/>
                </a:solidFill>
                <a:latin typeface="Microsoft YaHei"/>
                <a:ea typeface="Microsoft YaHei"/>
              </a:rPr>
              <a:t>视觉基准驱动</a:t>
            </a:r>
          </a:p>
        </p:txBody>
      </p:sp>
      <p:sp>
        <p:nvSpPr>
          <p:cNvPr id="49" name="Native M041"/>
          <p:cNvSpPr txBox="1"/>
          <p:nvPr/>
        </p:nvSpPr>
        <p:spPr>
          <a:xfrm>
            <a:off x="1679847" y="6190790"/>
            <a:ext cx="1006814" cy="14765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15" b="1" i="0" spc="0">
                <a:solidFill>
                  <a:srgbClr val="10151F"/>
                </a:solidFill>
                <a:latin typeface="Microsoft YaHei"/>
                <a:ea typeface="Microsoft YaHei"/>
              </a:rPr>
              <a:t>内容真值分离</a:t>
            </a:r>
          </a:p>
        </p:txBody>
      </p:sp>
      <p:sp>
        <p:nvSpPr>
          <p:cNvPr id="50" name="Native M042"/>
          <p:cNvSpPr txBox="1"/>
          <p:nvPr/>
        </p:nvSpPr>
        <p:spPr>
          <a:xfrm>
            <a:off x="2894587" y="6190790"/>
            <a:ext cx="957565" cy="14765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10" b="1" i="0" spc="0">
                <a:solidFill>
                  <a:srgbClr val="10151F"/>
                </a:solidFill>
                <a:latin typeface="Microsoft YaHei"/>
                <a:ea typeface="Microsoft YaHei"/>
              </a:rPr>
              <a:t>跨阶段可追踪</a:t>
            </a:r>
          </a:p>
        </p:txBody>
      </p:sp>
      <p:sp>
        <p:nvSpPr>
          <p:cNvPr id="51" name="Native M043"/>
          <p:cNvSpPr txBox="1"/>
          <p:nvPr/>
        </p:nvSpPr>
        <p:spPr>
          <a:xfrm>
            <a:off x="4218766" y="6190790"/>
            <a:ext cx="870018" cy="14765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21" b="1" i="0" spc="0">
                <a:solidFill>
                  <a:srgbClr val="10151F"/>
                </a:solidFill>
                <a:latin typeface="Microsoft YaHei"/>
                <a:ea typeface="Microsoft YaHei"/>
              </a:rPr>
              <a:t>双分支重建</a:t>
            </a:r>
          </a:p>
        </p:txBody>
      </p:sp>
      <p:sp>
        <p:nvSpPr>
          <p:cNvPr id="52" name="Native M044"/>
          <p:cNvSpPr txBox="1"/>
          <p:nvPr/>
        </p:nvSpPr>
        <p:spPr>
          <a:xfrm>
            <a:off x="262648" y="6447837"/>
            <a:ext cx="1121720" cy="25703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 spc="0">
                <a:solidFill>
                  <a:srgbClr val="092649"/>
                </a:solidFill>
                <a:latin typeface="Microsoft YaHei"/>
                <a:ea typeface="Microsoft YaHei"/>
              </a:rPr>
              <a:t>Anchor 与 Style DNA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 spc="0">
                <a:solidFill>
                  <a:srgbClr val="092649"/>
                </a:solidFill>
                <a:latin typeface="Microsoft YaHei"/>
                <a:ea typeface="Microsoft YaHei"/>
              </a:rPr>
              <a:t>延续选定视觉语言</a:t>
            </a:r>
          </a:p>
        </p:txBody>
      </p:sp>
      <p:sp>
        <p:nvSpPr>
          <p:cNvPr id="53" name="Native M045"/>
          <p:cNvSpPr txBox="1"/>
          <p:nvPr/>
        </p:nvSpPr>
        <p:spPr>
          <a:xfrm>
            <a:off x="1444557" y="6447837"/>
            <a:ext cx="999154" cy="25703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61" b="0" i="0" spc="0">
                <a:solidFill>
                  <a:srgbClr val="092649"/>
                </a:solidFill>
                <a:latin typeface="Microsoft YaHei"/>
                <a:ea typeface="Microsoft YaHei"/>
              </a:rPr>
              <a:t>Final Content Truth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61" b="0" i="0" spc="0">
                <a:solidFill>
                  <a:srgbClr val="092649"/>
                </a:solidFill>
                <a:latin typeface="Microsoft YaHei"/>
                <a:ea typeface="Microsoft YaHei"/>
              </a:rPr>
              <a:t>驱动原生文字复原</a:t>
            </a:r>
          </a:p>
        </p:txBody>
      </p:sp>
      <p:sp>
        <p:nvSpPr>
          <p:cNvPr id="54" name="Native M046"/>
          <p:cNvSpPr txBox="1"/>
          <p:nvPr/>
        </p:nvSpPr>
        <p:spPr>
          <a:xfrm>
            <a:off x="2686656" y="6447837"/>
            <a:ext cx="1192855" cy="25703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4" b="0" i="0" spc="0">
                <a:solidFill>
                  <a:srgbClr val="092649"/>
                </a:solidFill>
                <a:latin typeface="Microsoft YaHei"/>
                <a:ea typeface="Microsoft YaHei"/>
              </a:rPr>
              <a:t>fingerprint + lineage +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4" b="0" i="0" spc="0">
                <a:solidFill>
                  <a:srgbClr val="092649"/>
                </a:solidFill>
                <a:latin typeface="Microsoft YaHei"/>
                <a:ea typeface="Microsoft YaHei"/>
              </a:rPr>
              <a:t>唯一当前版本</a:t>
            </a:r>
          </a:p>
        </p:txBody>
      </p:sp>
      <p:sp>
        <p:nvSpPr>
          <p:cNvPr id="55" name="Native M047"/>
          <p:cNvSpPr txBox="1"/>
          <p:nvPr/>
        </p:nvSpPr>
        <p:spPr>
          <a:xfrm>
            <a:off x="4005362" y="6447837"/>
            <a:ext cx="1083417" cy="25703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74" b="0" i="0" spc="0">
                <a:solidFill>
                  <a:srgbClr val="092649"/>
                </a:solidFill>
                <a:latin typeface="Microsoft YaHei"/>
                <a:ea typeface="Microsoft YaHei"/>
              </a:rPr>
              <a:t>共享文字准备后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74" b="0" i="0" spc="0">
                <a:solidFill>
                  <a:srgbClr val="092649"/>
                </a:solidFill>
                <a:latin typeface="Microsoft YaHei"/>
                <a:ea typeface="Microsoft YaHei"/>
              </a:rPr>
              <a:t>明确选择重建路径</a:t>
            </a:r>
          </a:p>
        </p:txBody>
      </p:sp>
      <p:sp>
        <p:nvSpPr>
          <p:cNvPr id="56" name="Native M048"/>
          <p:cNvSpPr txBox="1"/>
          <p:nvPr/>
        </p:nvSpPr>
        <p:spPr>
          <a:xfrm>
            <a:off x="815301" y="6907222"/>
            <a:ext cx="574539" cy="13672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75" b="0" i="0" spc="0">
                <a:solidFill>
                  <a:srgbClr val="10151F"/>
                </a:solidFill>
                <a:latin typeface="Arial"/>
                <a:ea typeface="Arial"/>
              </a:rPr>
              <a:t>Style DNA</a:t>
            </a:r>
          </a:p>
        </p:txBody>
      </p:sp>
      <p:sp>
        <p:nvSpPr>
          <p:cNvPr id="57" name="Native M049"/>
          <p:cNvSpPr txBox="1"/>
          <p:nvPr/>
        </p:nvSpPr>
        <p:spPr>
          <a:xfrm>
            <a:off x="1526637" y="6918158"/>
            <a:ext cx="961013" cy="15859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89" b="0" i="0" spc="0">
                <a:solidFill>
                  <a:srgbClr val="10151F"/>
                </a:solidFill>
                <a:latin typeface="Arial"/>
                <a:ea typeface="Arial"/>
              </a:rPr>
              <a:t>Final Content Truth</a:t>
            </a:r>
          </a:p>
        </p:txBody>
      </p:sp>
      <p:sp>
        <p:nvSpPr>
          <p:cNvPr id="58" name="Native M050"/>
          <p:cNvSpPr txBox="1"/>
          <p:nvPr/>
        </p:nvSpPr>
        <p:spPr>
          <a:xfrm>
            <a:off x="350195" y="8083031"/>
            <a:ext cx="875491" cy="27891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13" b="0" i="0" spc="0">
                <a:solidFill>
                  <a:srgbClr val="10151F"/>
                </a:solidFill>
                <a:latin typeface="Arial"/>
                <a:ea typeface="Arial"/>
              </a:rPr>
              <a:t>Anchor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13" b="0" i="0" spc="0">
                <a:solidFill>
                  <a:srgbClr val="10151F"/>
                </a:solidFill>
                <a:latin typeface="Arial"/>
                <a:ea typeface="Arial"/>
              </a:rPr>
              <a:t>Style DNA</a:t>
            </a:r>
          </a:p>
        </p:txBody>
      </p:sp>
      <p:sp>
        <p:nvSpPr>
          <p:cNvPr id="59" name="Native M051"/>
          <p:cNvSpPr txBox="1"/>
          <p:nvPr/>
        </p:nvSpPr>
        <p:spPr>
          <a:xfrm>
            <a:off x="2177778" y="7995532"/>
            <a:ext cx="486992" cy="22969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6" b="0" i="0" spc="0">
                <a:solidFill>
                  <a:srgbClr val="10151F"/>
                </a:solidFill>
                <a:latin typeface="Microsoft YaHei"/>
                <a:ea typeface="Microsoft YaHei"/>
              </a:rPr>
              <a:t>原生文字框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6" b="0" i="0" spc="0">
                <a:solidFill>
                  <a:srgbClr val="10151F"/>
                </a:solidFill>
                <a:latin typeface="Microsoft YaHei"/>
                <a:ea typeface="Microsoft YaHei"/>
              </a:rPr>
              <a:t>可编辑</a:t>
            </a:r>
          </a:p>
        </p:txBody>
      </p:sp>
      <p:sp>
        <p:nvSpPr>
          <p:cNvPr id="60" name="Native M052"/>
          <p:cNvSpPr txBox="1"/>
          <p:nvPr/>
        </p:nvSpPr>
        <p:spPr>
          <a:xfrm>
            <a:off x="3097045" y="6896286"/>
            <a:ext cx="147737" cy="984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 spc="0">
                <a:solidFill>
                  <a:srgbClr val="10151F"/>
                </a:solidFill>
                <a:latin typeface="Arial"/>
                <a:ea typeface="Arial"/>
              </a:rPr>
              <a:t>v3</a:t>
            </a:r>
          </a:p>
        </p:txBody>
      </p:sp>
      <p:sp>
        <p:nvSpPr>
          <p:cNvPr id="61" name="Native M053"/>
          <p:cNvSpPr txBox="1"/>
          <p:nvPr/>
        </p:nvSpPr>
        <p:spPr>
          <a:xfrm>
            <a:off x="3025911" y="6989253"/>
            <a:ext cx="147737" cy="984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 spc="0">
                <a:solidFill>
                  <a:srgbClr val="10151F"/>
                </a:solidFill>
                <a:latin typeface="Arial"/>
                <a:ea typeface="Arial"/>
              </a:rPr>
              <a:t>v3</a:t>
            </a:r>
          </a:p>
        </p:txBody>
      </p:sp>
      <p:sp>
        <p:nvSpPr>
          <p:cNvPr id="62" name="Native M054"/>
          <p:cNvSpPr txBox="1"/>
          <p:nvPr/>
        </p:nvSpPr>
        <p:spPr>
          <a:xfrm>
            <a:off x="2954776" y="7153324"/>
            <a:ext cx="147737" cy="984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3" b="0" i="0" spc="0">
                <a:solidFill>
                  <a:srgbClr val="10151F"/>
                </a:solidFill>
                <a:latin typeface="Arial"/>
                <a:ea typeface="Arial"/>
              </a:rPr>
              <a:t>v2</a:t>
            </a:r>
          </a:p>
        </p:txBody>
      </p:sp>
      <p:sp>
        <p:nvSpPr>
          <p:cNvPr id="63" name="Native M055"/>
          <p:cNvSpPr txBox="1"/>
          <p:nvPr/>
        </p:nvSpPr>
        <p:spPr>
          <a:xfrm>
            <a:off x="2861756" y="7279109"/>
            <a:ext cx="147737" cy="984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3" b="0" i="0" spc="0">
                <a:solidFill>
                  <a:srgbClr val="10151F"/>
                </a:solidFill>
                <a:latin typeface="Arial"/>
                <a:ea typeface="Arial"/>
              </a:rPr>
              <a:t>v1</a:t>
            </a:r>
          </a:p>
        </p:txBody>
      </p:sp>
      <p:sp>
        <p:nvSpPr>
          <p:cNvPr id="64" name="Native M056"/>
          <p:cNvSpPr txBox="1"/>
          <p:nvPr/>
        </p:nvSpPr>
        <p:spPr>
          <a:xfrm>
            <a:off x="3129876" y="7864279"/>
            <a:ext cx="711336" cy="33906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4" b="0" i="0" spc="0">
                <a:solidFill>
                  <a:srgbClr val="10151F"/>
                </a:solidFill>
                <a:latin typeface="Microsoft YaHei"/>
                <a:ea typeface="Microsoft YaHei"/>
              </a:rPr>
              <a:t>✓ fingerprint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4" b="0" i="0" spc="0">
                <a:solidFill>
                  <a:srgbClr val="10151F"/>
                </a:solidFill>
                <a:latin typeface="Microsoft YaHei"/>
                <a:ea typeface="Microsoft YaHei"/>
              </a:rPr>
              <a:t>✓ lineage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4" b="0" i="0" spc="0">
                <a:solidFill>
                  <a:srgbClr val="10151F"/>
                </a:solidFill>
                <a:latin typeface="Microsoft YaHei"/>
                <a:ea typeface="Microsoft YaHei"/>
              </a:rPr>
              <a:t>✓ 唯一当前版本</a:t>
            </a:r>
          </a:p>
        </p:txBody>
      </p:sp>
      <p:sp>
        <p:nvSpPr>
          <p:cNvPr id="65" name="Native M057"/>
          <p:cNvSpPr txBox="1"/>
          <p:nvPr/>
        </p:nvSpPr>
        <p:spPr>
          <a:xfrm>
            <a:off x="4278955" y="6858000"/>
            <a:ext cx="798883" cy="13125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78" b="0" i="0" spc="0">
                <a:solidFill>
                  <a:srgbClr val="092649"/>
                </a:solidFill>
                <a:latin typeface="Microsoft YaHei"/>
                <a:ea typeface="Microsoft YaHei"/>
              </a:rPr>
              <a:t>共享文字准备</a:t>
            </a:r>
          </a:p>
        </p:txBody>
      </p:sp>
      <p:sp>
        <p:nvSpPr>
          <p:cNvPr id="66" name="Native M058"/>
          <p:cNvSpPr txBox="1"/>
          <p:nvPr/>
        </p:nvSpPr>
        <p:spPr>
          <a:xfrm>
            <a:off x="4158576" y="7563487"/>
            <a:ext cx="454161" cy="1039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6" b="0" i="0" spc="0">
                <a:solidFill>
                  <a:srgbClr val="092649"/>
                </a:solidFill>
                <a:latin typeface="Arial"/>
                <a:ea typeface="Arial"/>
              </a:rPr>
              <a:t>Magic Layer</a:t>
            </a:r>
          </a:p>
        </p:txBody>
      </p:sp>
      <p:sp>
        <p:nvSpPr>
          <p:cNvPr id="67" name="Native M059"/>
          <p:cNvSpPr txBox="1"/>
          <p:nvPr/>
        </p:nvSpPr>
        <p:spPr>
          <a:xfrm>
            <a:off x="4678394" y="7563487"/>
            <a:ext cx="426802" cy="1039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4" b="0" i="0" spc="0">
                <a:solidFill>
                  <a:srgbClr val="092649"/>
                </a:solidFill>
                <a:latin typeface="Arial"/>
                <a:ea typeface="Arial"/>
              </a:rPr>
              <a:t>Image Layer</a:t>
            </a:r>
          </a:p>
        </p:txBody>
      </p:sp>
      <p:sp>
        <p:nvSpPr>
          <p:cNvPr id="68" name="Native M060"/>
          <p:cNvSpPr txBox="1"/>
          <p:nvPr/>
        </p:nvSpPr>
        <p:spPr>
          <a:xfrm>
            <a:off x="295479" y="8531480"/>
            <a:ext cx="1657956" cy="984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15" b="0" i="0" spc="0">
                <a:solidFill>
                  <a:srgbClr val="10151F"/>
                </a:solidFill>
                <a:latin typeface="Microsoft YaHei"/>
                <a:ea typeface="Microsoft YaHei"/>
              </a:rPr>
              <a:t>来源：本地 ZAnchorFlow 源码及项目公开文档</a:t>
            </a:r>
          </a:p>
        </p:txBody>
      </p:sp>
      <p:sp>
        <p:nvSpPr>
          <p:cNvPr id="69" name="Native M061"/>
          <p:cNvSpPr txBox="1"/>
          <p:nvPr/>
        </p:nvSpPr>
        <p:spPr>
          <a:xfrm>
            <a:off x="295479" y="8657265"/>
            <a:ext cx="1285875" cy="984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4" b="0" i="0" spc="0">
                <a:solidFill>
                  <a:srgbClr val="10151F"/>
                </a:solidFill>
                <a:latin typeface="Arial"/>
                <a:ea typeface="Arial"/>
              </a:rPr>
              <a:t>github.com/hugohe3/ppt-master</a:t>
            </a:r>
          </a:p>
        </p:txBody>
      </p:sp>
      <p:sp>
        <p:nvSpPr>
          <p:cNvPr id="70" name="Native M062"/>
          <p:cNvSpPr txBox="1"/>
          <p:nvPr/>
        </p:nvSpPr>
        <p:spPr>
          <a:xfrm>
            <a:off x="295479" y="8783050"/>
            <a:ext cx="1203800" cy="984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4" b="0" i="0" spc="0">
                <a:solidFill>
                  <a:srgbClr val="10151F"/>
                </a:solidFill>
                <a:latin typeface="Arial"/>
                <a:ea typeface="Arial"/>
              </a:rPr>
              <a:t>github.com/anthropics/skills</a:t>
            </a:r>
          </a:p>
        </p:txBody>
      </p:sp>
      <p:sp>
        <p:nvSpPr>
          <p:cNvPr id="71" name="Native M063"/>
          <p:cNvSpPr txBox="1"/>
          <p:nvPr/>
        </p:nvSpPr>
        <p:spPr>
          <a:xfrm>
            <a:off x="295479" y="8908835"/>
            <a:ext cx="1723618" cy="984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8" b="0" i="0" spc="0">
                <a:solidFill>
                  <a:srgbClr val="10151F"/>
                </a:solidFill>
                <a:latin typeface="Microsoft YaHei"/>
                <a:ea typeface="Microsoft YaHei"/>
              </a:rPr>
              <a:t>核实：2026-10-01｜stars 为仓库级快照</a:t>
            </a:r>
          </a:p>
        </p:txBody>
      </p:sp>
      <p:sp>
        <p:nvSpPr>
          <p:cNvPr id="72" name="Native M064"/>
          <p:cNvSpPr txBox="1"/>
          <p:nvPr/>
        </p:nvSpPr>
        <p:spPr>
          <a:xfrm>
            <a:off x="3474599" y="8476790"/>
            <a:ext cx="1460975" cy="37188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71" b="0" i="0" spc="0">
                <a:solidFill>
                  <a:srgbClr val="10151F"/>
                </a:solidFill>
                <a:latin typeface="Microsoft YaHei"/>
                <a:ea typeface="Microsoft YaHei"/>
              </a:rPr>
              <a:t>不同的技术路径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71" b="0" i="0" spc="0">
                <a:solidFill>
                  <a:srgbClr val="10151F"/>
                </a:solidFill>
                <a:latin typeface="Microsoft YaHei"/>
                <a:ea typeface="Microsoft YaHei"/>
              </a:rPr>
              <a:t>面向同一目标：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71" b="0" i="0" spc="0">
                <a:solidFill>
                  <a:srgbClr val="10151F"/>
                </a:solidFill>
                <a:latin typeface="Microsoft YaHei"/>
                <a:ea typeface="Microsoft YaHei"/>
              </a:rPr>
              <a:t>生成可编辑的演示文稿</a:t>
            </a:r>
          </a:p>
        </p:txBody>
      </p:sp>
    </p:spTree>
    <p:extLst>
      <p:ext uri="{BB962C8B-B14F-4D97-AF65-F5344CB8AC3E}">
        <p14:creationId xmlns:p14="http://schemas.microsoft.com/office/powerpoint/2010/main" val="2171896244"/>
      </p:ext>
    </p:extLst>
  </p:cSld>
  <p:clrMapOvr>
    <a:masterClrMapping/>
  </p:clrMapOvr>
</p:sld>
</file>

<file path=ppt/theme/theme1.xml><?xml version="1.0" encoding="utf-8"?>
<a:theme xmlns:a="http://schemas.openxmlformats.org/drawingml/2006/main" name="S00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S002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S003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S004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5.xml><?xml version="1.0" encoding="utf-8"?>
<a:theme xmlns:a="http://schemas.openxmlformats.org/drawingml/2006/main" name="S005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647</Words>
  <Application>Microsoft Office PowerPoint</Application>
  <PresentationFormat>自定义</PresentationFormat>
  <Paragraphs>314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5</vt:i4>
      </vt:variant>
      <vt:variant>
        <vt:lpstr>幻灯片标题</vt:lpstr>
      </vt:variant>
      <vt:variant>
        <vt:i4>5</vt:i4>
      </vt:variant>
    </vt:vector>
  </HeadingPairs>
  <TitlesOfParts>
    <vt:vector size="13" baseType="lpstr">
      <vt:lpstr>Microsoft YaHei</vt:lpstr>
      <vt:lpstr>Arial</vt:lpstr>
      <vt:lpstr>Calibri</vt:lpstr>
      <vt:lpstr>S001</vt:lpstr>
      <vt:lpstr>S002</vt:lpstr>
      <vt:lpstr>S003</vt:lpstr>
      <vt:lpstr>S004</vt:lpstr>
      <vt:lpstr>S005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